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1.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media/image1.png" ContentType="image/png"/>
  <Override PartName="/ppt/media/image2.jpeg" ContentType="image/jpeg"/>
  <Override PartName="/ppt/media/image3.jpeg" ContentType="image/jpeg"/>
  <Override PartName="/ppt/media/image4.jpeg" ContentType="image/jpeg"/>
  <Override PartName="/ppt/media/image5.jpeg" ContentType="image/jpe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9"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tBDfr" TargetMode="Externa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0" name="Google Shape;9;p2"/>
          <p:cNvSpPr/>
          <p:nvPr/>
        </p:nvSpPr>
        <p:spPr>
          <a:xfrm>
            <a:off x="2189880" y="-369468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1" name="Google Shape;10;p2" descr=""/>
          <p:cNvPicPr/>
          <p:nvPr/>
        </p:nvPicPr>
        <p:blipFill>
          <a:blip r:embed="rId2"/>
          <a:srcRect l="1028" t="3591" r="38467" b="2908"/>
          <a:stretch/>
        </p:blipFill>
        <p:spPr>
          <a:xfrm>
            <a:off x="177480" y="167040"/>
            <a:ext cx="4394160" cy="4808880"/>
          </a:xfrm>
          <a:prstGeom prst="rect">
            <a:avLst/>
          </a:prstGeom>
          <a:noFill/>
          <a:ln w="0">
            <a:noFill/>
          </a:ln>
        </p:spPr>
      </p:pic>
      <p:sp>
        <p:nvSpPr>
          <p:cNvPr id="2" name="PlaceHolder 1"/>
          <p:cNvSpPr>
            <a:spLocks noGrp="1"/>
          </p:cNvSpPr>
          <p:nvPr>
            <p:ph type="title"/>
          </p:nvPr>
        </p:nvSpPr>
        <p:spPr>
          <a:xfrm>
            <a:off x="1569960" y="1711080"/>
            <a:ext cx="6003720" cy="1720800"/>
          </a:xfrm>
          <a:prstGeom prst="rect">
            <a:avLst/>
          </a:prstGeom>
          <a:noFill/>
          <a:ln w="0">
            <a:noFill/>
          </a:ln>
        </p:spPr>
        <p:txBody>
          <a:bodyPr lIns="91440" rIns="91440" tIns="91440" bIns="91440" anchor="b">
            <a:noAutofit/>
          </a:bodyPr>
          <a:p>
            <a:pPr indent="0">
              <a:buNone/>
            </a:pPr>
            <a:r>
              <a:rPr b="0" lang="fr-FR" sz="6800" strike="noStrike" u="none">
                <a:solidFill>
                  <a:schemeClr val="dk1"/>
                </a:solidFill>
                <a:effectLst/>
                <a:uFillTx/>
                <a:latin typeface="Arial"/>
              </a:rPr>
              <a:t>Click to edit the title text format</a:t>
            </a:r>
            <a:endParaRPr b="0" lang="fr-FR" sz="6800" strike="noStrike" u="none">
              <a:solidFill>
                <a:schemeClr val="dk1"/>
              </a:solidFill>
              <a:effectLst/>
              <a:uFillTx/>
              <a:latin typeface="Arial"/>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4" name="Google Shape;44;p11"/>
          <p:cNvSpPr/>
          <p:nvPr/>
        </p:nvSpPr>
        <p:spPr>
          <a:xfrm>
            <a:off x="3749400" y="-366336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5" name="Google Shape;45;p11" descr=""/>
          <p:cNvPicPr/>
          <p:nvPr/>
        </p:nvPicPr>
        <p:blipFill>
          <a:blip r:embed="rId2"/>
          <a:srcRect l="0" t="3591" r="38467" b="2908"/>
          <a:stretch/>
        </p:blipFill>
        <p:spPr>
          <a:xfrm>
            <a:off x="4497120" y="167040"/>
            <a:ext cx="4469040" cy="4808880"/>
          </a:xfrm>
          <a:prstGeom prst="rect">
            <a:avLst/>
          </a:prstGeom>
          <a:noFill/>
          <a:ln w="0">
            <a:noFill/>
          </a:ln>
        </p:spPr>
      </p:pic>
      <p:sp>
        <p:nvSpPr>
          <p:cNvPr id="6" name="PlaceHolder 1"/>
          <p:cNvSpPr>
            <a:spLocks noGrp="1"/>
          </p:cNvSpPr>
          <p:nvPr>
            <p:ph type="title"/>
          </p:nvPr>
        </p:nvSpPr>
        <p:spPr>
          <a:xfrm>
            <a:off x="1284120" y="1793520"/>
            <a:ext cx="6575760" cy="1044720"/>
          </a:xfrm>
          <a:prstGeom prst="rect">
            <a:avLst/>
          </a:prstGeom>
          <a:noFill/>
          <a:ln w="0">
            <a:noFill/>
          </a:ln>
        </p:spPr>
        <p:txBody>
          <a:bodyPr lIns="91440" rIns="91440" tIns="91440" bIns="91440" anchor="b">
            <a:noAutofit/>
          </a:bodyPr>
          <a:p>
            <a:pPr indent="0" algn="ctr">
              <a:lnSpc>
                <a:spcPct val="70000"/>
              </a:lnSpc>
              <a:buNone/>
            </a:pPr>
            <a:r>
              <a:rPr b="1" lang="fr-FR" sz="7200" strike="noStrike" u="none">
                <a:solidFill>
                  <a:schemeClr val="dk1"/>
                </a:solidFill>
                <a:effectLst/>
                <a:uFillTx/>
                <a:latin typeface="Bricolage Grotesque"/>
                <a:ea typeface="Bricolage Grotesque"/>
              </a:rPr>
              <a:t>xx%</a:t>
            </a:r>
            <a:endParaRPr b="0" lang="fr-FR" sz="72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sp>
        <p:nvSpPr>
          <p:cNvPr id="7" name="Google Shape;50;p13"/>
          <p:cNvSpPr/>
          <p:nvPr/>
        </p:nvSpPr>
        <p:spPr>
          <a:xfrm>
            <a:off x="-1615680" y="421812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8" name="Google Shape;51;p13" descr=""/>
          <p:cNvPicPr/>
          <p:nvPr/>
        </p:nvPicPr>
        <p:blipFill>
          <a:blip r:embed="rId2"/>
          <a:srcRect l="1030" t="3591" r="72640" b="2908"/>
          <a:stretch/>
        </p:blipFill>
        <p:spPr>
          <a:xfrm>
            <a:off x="177480" y="167040"/>
            <a:ext cx="1911600" cy="4808880"/>
          </a:xfrm>
          <a:prstGeom prst="rect">
            <a:avLst/>
          </a:prstGeom>
          <a:noFill/>
          <a:ln w="0">
            <a:noFill/>
          </a:ln>
        </p:spPr>
      </p:pic>
      <p:sp>
        <p:nvSpPr>
          <p:cNvPr id="9" name="PlaceHolder 1"/>
          <p:cNvSpPr>
            <a:spLocks noGrp="1"/>
          </p:cNvSpPr>
          <p:nvPr>
            <p:ph type="title"/>
          </p:nvPr>
        </p:nvSpPr>
        <p:spPr>
          <a:xfrm>
            <a:off x="228600" y="2017440"/>
            <a:ext cx="3748320" cy="1108440"/>
          </a:xfrm>
          <a:prstGeom prst="rect">
            <a:avLst/>
          </a:prstGeom>
          <a:noFill/>
          <a:ln w="0">
            <a:noFill/>
          </a:ln>
        </p:spPr>
        <p:txBody>
          <a:bodyPr lIns="91440" rIns="91440" tIns="91440" bIns="91440" anchor="t">
            <a:noAutofit/>
          </a:bodyPr>
          <a:p>
            <a:pPr indent="0">
              <a:buNone/>
            </a:pPr>
            <a:r>
              <a:rPr b="0" lang="fr-FR" sz="4500" strike="noStrike" u="none">
                <a:solidFill>
                  <a:schemeClr val="dk1"/>
                </a:solidFill>
                <a:effectLst/>
                <a:uFillTx/>
                <a:latin typeface="Arial"/>
              </a:rPr>
              <a:t>Click to edit the title text format</a:t>
            </a:r>
            <a:endParaRPr b="0" lang="fr-FR" sz="4500" strike="noStrike" u="none">
              <a:solidFill>
                <a:schemeClr val="dk1"/>
              </a:solidFill>
              <a:effectLst/>
              <a:uFillTx/>
              <a:latin typeface="Arial"/>
            </a:endParaRPr>
          </a:p>
        </p:txBody>
      </p:sp>
      <p:sp>
        <p:nvSpPr>
          <p:cNvPr id="10" name="PlaceHolder 2"/>
          <p:cNvSpPr>
            <a:spLocks noGrp="1"/>
          </p:cNvSpPr>
          <p:nvPr>
            <p:ph type="title"/>
          </p:nvPr>
        </p:nvSpPr>
        <p:spPr>
          <a:xfrm>
            <a:off x="4599720" y="38952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1" name="PlaceHolder 3"/>
          <p:cNvSpPr>
            <a:spLocks noGrp="1"/>
          </p:cNvSpPr>
          <p:nvPr>
            <p:ph type="title"/>
          </p:nvPr>
        </p:nvSpPr>
        <p:spPr>
          <a:xfrm>
            <a:off x="4599720" y="96156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2" name="PlaceHolder 4"/>
          <p:cNvSpPr>
            <a:spLocks noGrp="1"/>
          </p:cNvSpPr>
          <p:nvPr>
            <p:ph type="title"/>
          </p:nvPr>
        </p:nvSpPr>
        <p:spPr>
          <a:xfrm>
            <a:off x="4599720" y="153360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3" name="PlaceHolder 5"/>
          <p:cNvSpPr>
            <a:spLocks noGrp="1"/>
          </p:cNvSpPr>
          <p:nvPr>
            <p:ph type="title"/>
          </p:nvPr>
        </p:nvSpPr>
        <p:spPr>
          <a:xfrm>
            <a:off x="4599720" y="210564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4" name="PlaceHolder 6"/>
          <p:cNvSpPr>
            <a:spLocks noGrp="1"/>
          </p:cNvSpPr>
          <p:nvPr>
            <p:ph type="title"/>
          </p:nvPr>
        </p:nvSpPr>
        <p:spPr>
          <a:xfrm>
            <a:off x="4599720" y="264132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5" name="PlaceHolder 7"/>
          <p:cNvSpPr>
            <a:spLocks noGrp="1"/>
          </p:cNvSpPr>
          <p:nvPr>
            <p:ph type="title"/>
          </p:nvPr>
        </p:nvSpPr>
        <p:spPr>
          <a:xfrm>
            <a:off x="4599720" y="321336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6" name="PlaceHolder 8"/>
          <p:cNvSpPr>
            <a:spLocks noGrp="1"/>
          </p:cNvSpPr>
          <p:nvPr>
            <p:ph type="title"/>
          </p:nvPr>
        </p:nvSpPr>
        <p:spPr>
          <a:xfrm>
            <a:off x="4599720" y="378540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
        <p:nvSpPr>
          <p:cNvPr id="17" name="PlaceHolder 9"/>
          <p:cNvSpPr>
            <a:spLocks noGrp="1"/>
          </p:cNvSpPr>
          <p:nvPr>
            <p:ph type="title"/>
          </p:nvPr>
        </p:nvSpPr>
        <p:spPr>
          <a:xfrm>
            <a:off x="4599720" y="4357440"/>
            <a:ext cx="690480" cy="432360"/>
          </a:xfrm>
          <a:prstGeom prst="rect">
            <a:avLst/>
          </a:prstGeom>
          <a:noFill/>
          <a:ln w="0">
            <a:noFill/>
          </a:ln>
        </p:spPr>
        <p:txBody>
          <a:bodyPr lIns="91440" rIns="91440" tIns="91440" bIns="91440" anchor="ctr">
            <a:noAutofit/>
          </a:bodyPr>
          <a:p>
            <a:pPr indent="0" algn="ctr">
              <a:lnSpc>
                <a:spcPct val="70000"/>
              </a:lnSpc>
              <a:buNone/>
            </a:pPr>
            <a:r>
              <a:rPr b="1" lang="fr-FR" sz="2100" strike="noStrike" u="none">
                <a:solidFill>
                  <a:schemeClr val="dk2"/>
                </a:solidFill>
                <a:effectLst/>
                <a:uFillTx/>
                <a:latin typeface="Bricolage Grotesque"/>
                <a:ea typeface="Bricolage Grotesque"/>
              </a:rPr>
              <a:t>xx%</a:t>
            </a:r>
            <a:endParaRPr b="0" lang="fr-FR" sz="2100" strike="noStrike" u="none">
              <a:solidFill>
                <a:schemeClr val="dk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bg>
      <p:bgPr>
        <a:solidFill>
          <a:schemeClr val="lt1"/>
        </a:solidFill>
      </p:bgPr>
    </p:bg>
    <p:spTree>
      <p:nvGrpSpPr>
        <p:cNvPr id="1" name=""/>
        <p:cNvGrpSpPr/>
        <p:nvPr/>
      </p:nvGrpSpPr>
      <p:grpSpPr>
        <a:xfrm>
          <a:off x="0" y="0"/>
          <a:ext cx="0" cy="0"/>
          <a:chOff x="0" y="0"/>
          <a:chExt cx="0" cy="0"/>
        </a:xfrm>
      </p:grpSpPr>
      <p:pic>
        <p:nvPicPr>
          <p:cNvPr id="18" name="Google Shape;70;p14" descr=""/>
          <p:cNvPicPr/>
          <p:nvPr/>
        </p:nvPicPr>
        <p:blipFill>
          <a:blip r:embed="rId2"/>
          <a:srcRect l="1028" t="3591" r="61317" b="2908"/>
          <a:stretch/>
        </p:blipFill>
        <p:spPr>
          <a:xfrm>
            <a:off x="177480" y="167040"/>
            <a:ext cx="2734200" cy="4808880"/>
          </a:xfrm>
          <a:prstGeom prst="rect">
            <a:avLst/>
          </a:prstGeom>
          <a:noFill/>
          <a:ln w="0">
            <a:noFill/>
          </a:ln>
        </p:spPr>
      </p:pic>
      <p:sp>
        <p:nvSpPr>
          <p:cNvPr id="19" name="PlaceHolder 1"/>
          <p:cNvSpPr>
            <a:spLocks noGrp="1"/>
          </p:cNvSpPr>
          <p:nvPr>
            <p:ph type="title"/>
          </p:nvPr>
        </p:nvSpPr>
        <p:spPr>
          <a:xfrm>
            <a:off x="597600" y="1332000"/>
            <a:ext cx="3589920" cy="2479320"/>
          </a:xfrm>
          <a:prstGeom prst="rect">
            <a:avLst/>
          </a:prstGeom>
          <a:noFill/>
          <a:ln w="0">
            <a:noFill/>
          </a:ln>
        </p:spPr>
        <p:txBody>
          <a:bodyPr lIns="91440" rIns="91440" tIns="91440" bIns="91440" anchor="t">
            <a:noAutofit/>
          </a:bodyPr>
          <a:p>
            <a:pPr indent="0">
              <a:buNone/>
            </a:pPr>
            <a:r>
              <a:rPr b="0" lang="fr-FR" sz="3100" strike="noStrike" u="none">
                <a:solidFill>
                  <a:schemeClr val="dk1"/>
                </a:solidFill>
                <a:effectLst/>
                <a:uFillTx/>
                <a:latin typeface="Arial"/>
              </a:rPr>
              <a:t>Click to edit the title text format</a:t>
            </a:r>
            <a:endParaRPr b="0" lang="fr-FR" sz="3100" strike="noStrike" u="none">
              <a:solidFill>
                <a:schemeClr val="dk1"/>
              </a:solidFill>
              <a:effectLst/>
              <a:uFillTx/>
              <a:latin typeface="Arial"/>
            </a:endParaRPr>
          </a:p>
        </p:txBody>
      </p:sp>
      <p:sp>
        <p:nvSpPr>
          <p:cNvPr id="20" name="Google Shape;73;p14"/>
          <p:cNvSpPr/>
          <p:nvPr/>
        </p:nvSpPr>
        <p:spPr>
          <a:xfrm>
            <a:off x="6144840" y="-355068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2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4627440" y="230040"/>
            <a:ext cx="3905640" cy="75852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23" name="PlaceHolder 2"/>
          <p:cNvSpPr>
            <a:spLocks noGrp="1"/>
          </p:cNvSpPr>
          <p:nvPr>
            <p:ph type="body"/>
          </p:nvPr>
        </p:nvSpPr>
        <p:spPr>
          <a:xfrm>
            <a:off x="0" y="0"/>
            <a:ext cx="42944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bg>
      <p:bgPr>
        <a:solidFill>
          <a:schemeClr val="lt1"/>
        </a:solidFill>
      </p:bgPr>
    </p:bg>
    <p:spTree>
      <p:nvGrpSpPr>
        <p:cNvPr id="1" name=""/>
        <p:cNvGrpSpPr/>
        <p:nvPr/>
      </p:nvGrpSpPr>
      <p:grpSpPr>
        <a:xfrm>
          <a:off x="0" y="0"/>
          <a:ext cx="0" cy="0"/>
          <a:chOff x="0" y="0"/>
          <a:chExt cx="0" cy="0"/>
        </a:xfrm>
      </p:grpSpPr>
      <p:pic>
        <p:nvPicPr>
          <p:cNvPr id="24" name="Google Shape;79;p16" descr=""/>
          <p:cNvPicPr/>
          <p:nvPr/>
        </p:nvPicPr>
        <p:blipFill>
          <a:blip r:embed="rId2"/>
          <a:srcRect l="1030" t="3591" r="72640" b="2908"/>
          <a:stretch/>
        </p:blipFill>
        <p:spPr>
          <a:xfrm>
            <a:off x="7058160" y="167040"/>
            <a:ext cx="1911600" cy="4808880"/>
          </a:xfrm>
          <a:prstGeom prst="rect">
            <a:avLst/>
          </a:prstGeom>
          <a:noFill/>
          <a:ln w="0">
            <a:noFill/>
          </a:ln>
        </p:spPr>
      </p:pic>
      <p:sp>
        <p:nvSpPr>
          <p:cNvPr id="25" name="PlaceHolder 1"/>
          <p:cNvSpPr>
            <a:spLocks noGrp="1"/>
          </p:cNvSpPr>
          <p:nvPr>
            <p:ph type="title"/>
          </p:nvPr>
        </p:nvSpPr>
        <p:spPr>
          <a:xfrm>
            <a:off x="4746240" y="228600"/>
            <a:ext cx="416880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bg>
      <p:bgPr>
        <a:solidFill>
          <a:schemeClr val="lt1"/>
        </a:solidFill>
      </p:bgPr>
    </p:bg>
    <p:spTree>
      <p:nvGrpSpPr>
        <p:cNvPr id="1" name=""/>
        <p:cNvGrpSpPr/>
        <p:nvPr/>
      </p:nvGrpSpPr>
      <p:grpSpPr>
        <a:xfrm>
          <a:off x="0" y="0"/>
          <a:ext cx="0" cy="0"/>
          <a:chOff x="0" y="0"/>
          <a:chExt cx="0" cy="0"/>
        </a:xfrm>
      </p:grpSpPr>
      <p:pic>
        <p:nvPicPr>
          <p:cNvPr id="26" name="Google Shape;88;p17" descr=""/>
          <p:cNvPicPr/>
          <p:nvPr/>
        </p:nvPicPr>
        <p:blipFill>
          <a:blip r:embed="rId2"/>
          <a:srcRect l="1030" t="3591" r="77067" b="2908"/>
          <a:stretch/>
        </p:blipFill>
        <p:spPr>
          <a:xfrm>
            <a:off x="173880" y="167040"/>
            <a:ext cx="1590120" cy="4808880"/>
          </a:xfrm>
          <a:prstGeom prst="rect">
            <a:avLst/>
          </a:prstGeom>
          <a:noFill/>
          <a:ln w="0">
            <a:noFill/>
          </a:ln>
        </p:spPr>
      </p:pic>
      <p:sp>
        <p:nvSpPr>
          <p:cNvPr id="27" name="PlaceHolder 1"/>
          <p:cNvSpPr>
            <a:spLocks noGrp="1"/>
          </p:cNvSpPr>
          <p:nvPr>
            <p:ph type="title"/>
          </p:nvPr>
        </p:nvSpPr>
        <p:spPr>
          <a:xfrm>
            <a:off x="228600" y="228600"/>
            <a:ext cx="447588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
    <p:bg>
      <p:bgPr>
        <a:solidFill>
          <a:schemeClr val="lt1"/>
        </a:solidFill>
      </p:bgPr>
    </p:bg>
    <p:spTree>
      <p:nvGrpSpPr>
        <p:cNvPr id="1" name=""/>
        <p:cNvGrpSpPr/>
        <p:nvPr/>
      </p:nvGrpSpPr>
      <p:grpSpPr>
        <a:xfrm>
          <a:off x="0" y="0"/>
          <a:ext cx="0" cy="0"/>
          <a:chOff x="0" y="0"/>
          <a:chExt cx="0" cy="0"/>
        </a:xfrm>
      </p:grpSpPr>
      <p:sp>
        <p:nvSpPr>
          <p:cNvPr id="28" name="Google Shape;99;p18"/>
          <p:cNvSpPr/>
          <p:nvPr/>
        </p:nvSpPr>
        <p:spPr>
          <a:xfrm>
            <a:off x="-3257640" y="364428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29" name="Google Shape;100;p18" descr=""/>
          <p:cNvPicPr/>
          <p:nvPr/>
        </p:nvPicPr>
        <p:blipFill>
          <a:blip r:embed="rId2"/>
          <a:srcRect l="1030" t="3591" r="92862" b="2908"/>
          <a:stretch/>
        </p:blipFill>
        <p:spPr>
          <a:xfrm>
            <a:off x="173880" y="167040"/>
            <a:ext cx="442440" cy="4808880"/>
          </a:xfrm>
          <a:prstGeom prst="rect">
            <a:avLst/>
          </a:prstGeom>
          <a:noFill/>
          <a:ln w="0">
            <a:noFill/>
          </a:ln>
        </p:spPr>
      </p:pic>
      <p:sp>
        <p:nvSpPr>
          <p:cNvPr id="30" name="PlaceHolder 1"/>
          <p:cNvSpPr>
            <a:spLocks noGrp="1"/>
          </p:cNvSpPr>
          <p:nvPr>
            <p:ph type="title"/>
          </p:nvPr>
        </p:nvSpPr>
        <p:spPr>
          <a:xfrm>
            <a:off x="228600" y="228600"/>
            <a:ext cx="3256920" cy="66672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sp>
        <p:nvSpPr>
          <p:cNvPr id="31" name="Google Shape;103;p19"/>
          <p:cNvSpPr/>
          <p:nvPr/>
        </p:nvSpPr>
        <p:spPr>
          <a:xfrm>
            <a:off x="4689000" y="388440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32" name="Google Shape;104;p19" descr=""/>
          <p:cNvPicPr/>
          <p:nvPr/>
        </p:nvPicPr>
        <p:blipFill>
          <a:blip r:embed="rId2"/>
          <a:srcRect l="16965" t="3591" r="30236" b="2908"/>
          <a:stretch/>
        </p:blipFill>
        <p:spPr>
          <a:xfrm>
            <a:off x="5135400" y="167040"/>
            <a:ext cx="3834360" cy="4808880"/>
          </a:xfrm>
          <a:prstGeom prst="rect">
            <a:avLst/>
          </a:prstGeom>
          <a:noFill/>
          <a:ln w="0">
            <a:noFill/>
          </a:ln>
        </p:spPr>
      </p:pic>
      <p:sp>
        <p:nvSpPr>
          <p:cNvPr id="33" name="PlaceHolder 1"/>
          <p:cNvSpPr>
            <a:spLocks noGrp="1"/>
          </p:cNvSpPr>
          <p:nvPr>
            <p:ph type="title"/>
          </p:nvPr>
        </p:nvSpPr>
        <p:spPr>
          <a:xfrm>
            <a:off x="5184720" y="454320"/>
            <a:ext cx="3713760" cy="1729080"/>
          </a:xfrm>
          <a:prstGeom prst="rect">
            <a:avLst/>
          </a:prstGeom>
          <a:noFill/>
          <a:ln w="0">
            <a:noFill/>
          </a:ln>
        </p:spPr>
        <p:txBody>
          <a:bodyPr lIns="91440" rIns="91440" tIns="91440" bIns="91440" anchor="b">
            <a:noAutofit/>
          </a:bodyPr>
          <a:p>
            <a:pPr indent="0">
              <a:buNone/>
            </a:pPr>
            <a:r>
              <a:rPr b="0" lang="fr-FR" sz="7300" strike="noStrike" u="none">
                <a:solidFill>
                  <a:schemeClr val="dk1"/>
                </a:solidFill>
                <a:effectLst/>
                <a:uFillTx/>
                <a:latin typeface="Arial"/>
              </a:rPr>
              <a:t>Click to edit the title text format</a:t>
            </a:r>
            <a:endParaRPr b="0" lang="fr-FR" sz="7300" strike="noStrike" u="none">
              <a:solidFill>
                <a:schemeClr val="dk1"/>
              </a:solidFill>
              <a:effectLst/>
              <a:uFillTx/>
              <a:latin typeface="Arial"/>
            </a:endParaRPr>
          </a:p>
        </p:txBody>
      </p:sp>
      <p:sp>
        <p:nvSpPr>
          <p:cNvPr id="34" name="Google Shape;107;p19"/>
          <p:cNvSpPr/>
          <p:nvPr/>
        </p:nvSpPr>
        <p:spPr>
          <a:xfrm>
            <a:off x="239040" y="3899520"/>
            <a:ext cx="4945320" cy="555840"/>
          </a:xfrm>
          <a:prstGeom prst="rect">
            <a:avLst/>
          </a:prstGeom>
          <a:noFill/>
          <a:ln w="0">
            <a:noFill/>
          </a:ln>
        </p:spPr>
        <p:style>
          <a:lnRef idx="0"/>
          <a:fillRef idx="0"/>
          <a:effectRef idx="0"/>
          <a:fontRef idx="minor"/>
        </p:style>
        <p:txBody>
          <a:bodyPr tIns="91440" bIns="91440" anchor="t">
            <a:noAutofit/>
          </a:bodyPr>
          <a:p>
            <a:pPr defTabSz="914400">
              <a:lnSpc>
                <a:spcPct val="100000"/>
              </a:lnSpc>
              <a:spcBef>
                <a:spcPts val="300"/>
              </a:spcBef>
              <a:tabLst>
                <a:tab algn="l" pos="0"/>
              </a:tabLst>
            </a:pPr>
            <a:r>
              <a:rPr b="1" lang="en" sz="1000" strike="noStrike" u="none">
                <a:solidFill>
                  <a:schemeClr val="dk1"/>
                </a:solidFill>
                <a:effectLst/>
                <a:uFillTx/>
                <a:latin typeface="Anaheim"/>
                <a:ea typeface="Anaheim"/>
              </a:rPr>
              <a:t>CREDITS:</a:t>
            </a:r>
            <a:r>
              <a:rPr b="0" lang="en" sz="1000" strike="noStrike" u="none">
                <a:solidFill>
                  <a:schemeClr val="dk1"/>
                </a:solidFill>
                <a:effectLst/>
                <a:uFillTx/>
                <a:latin typeface="Anaheim"/>
                <a:ea typeface="Anaheim"/>
              </a:rPr>
              <a:t> This presentation template was created by </a:t>
            </a:r>
            <a:r>
              <a:rPr b="1" lang="en" sz="1000" strike="noStrike" u="sng">
                <a:solidFill>
                  <a:schemeClr val="hlink"/>
                </a:solidFill>
                <a:effectLst/>
                <a:uFillTx/>
                <a:latin typeface="Anaheim"/>
                <a:ea typeface="Anaheim"/>
                <a:hlinkClick r:id="rId3"/>
              </a:rPr>
              <a:t>Slidesgo</a:t>
            </a:r>
            <a:r>
              <a:rPr b="0" lang="en" sz="1000" strike="noStrike" u="none">
                <a:solidFill>
                  <a:schemeClr val="dk1"/>
                </a:solidFill>
                <a:effectLst/>
                <a:uFillTx/>
                <a:latin typeface="Anaheim"/>
                <a:ea typeface="Anaheim"/>
              </a:rPr>
              <a:t>, and includes icons, infographics &amp; images by </a:t>
            </a:r>
            <a:r>
              <a:rPr b="1" lang="en" sz="1000" strike="noStrike" u="sng">
                <a:solidFill>
                  <a:schemeClr val="dk1"/>
                </a:solidFill>
                <a:effectLst/>
                <a:uFillTx/>
                <a:latin typeface="Anaheim"/>
                <a:ea typeface="Anaheim"/>
                <a:hlinkClick r:id="rId4"/>
              </a:rPr>
              <a:t>Freepik</a:t>
            </a:r>
            <a:r>
              <a:rPr b="0" lang="en" sz="1000" strike="noStrike" u="sng">
                <a:solidFill>
                  <a:schemeClr val="dk1"/>
                </a:solidFill>
                <a:effectLst/>
                <a:uFillTx/>
                <a:latin typeface="Anaheim"/>
                <a:ea typeface="Anaheim"/>
              </a:rPr>
              <a:t> </a:t>
            </a:r>
            <a:endParaRPr b="0" lang="en-US" sz="1000" strike="noStrike" u="none">
              <a:solidFill>
                <a:srgbClr val="ffffff"/>
              </a:solidFill>
              <a:effectLst/>
              <a:uFillTx/>
              <a:latin typeface="OpenSymbo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sp>
        <p:nvSpPr>
          <p:cNvPr id="35" name="Google Shape;109;p20"/>
          <p:cNvSpPr/>
          <p:nvPr/>
        </p:nvSpPr>
        <p:spPr>
          <a:xfrm>
            <a:off x="2189880" y="-369468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36" name="Google Shape;110;p20" descr=""/>
          <p:cNvPicPr/>
          <p:nvPr/>
        </p:nvPicPr>
        <p:blipFill>
          <a:blip r:embed="rId2"/>
          <a:srcRect l="1028" t="3591" r="38467" b="2908"/>
          <a:stretch/>
        </p:blipFill>
        <p:spPr>
          <a:xfrm>
            <a:off x="177480" y="167040"/>
            <a:ext cx="4394160" cy="4808880"/>
          </a:xfrm>
          <a:prstGeom prst="rect">
            <a:avLst/>
          </a:prstGeom>
          <a:noFill/>
          <a:ln w="0">
            <a:noFill/>
          </a:ln>
        </p:spPr>
      </p:pic>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37" name="Google Shape;14;p3"/>
          <p:cNvSpPr/>
          <p:nvPr/>
        </p:nvSpPr>
        <p:spPr>
          <a:xfrm>
            <a:off x="2189880" y="408276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38" name="Google Shape;15;p3" descr=""/>
          <p:cNvPicPr/>
          <p:nvPr/>
        </p:nvPicPr>
        <p:blipFill>
          <a:blip r:embed="rId2"/>
          <a:srcRect l="10335" t="3591" r="38467" b="2908"/>
          <a:stretch/>
        </p:blipFill>
        <p:spPr>
          <a:xfrm>
            <a:off x="5248080" y="167040"/>
            <a:ext cx="3718440" cy="4808880"/>
          </a:xfrm>
          <a:prstGeom prst="rect">
            <a:avLst/>
          </a:prstGeom>
          <a:noFill/>
          <a:ln w="0">
            <a:noFill/>
          </a:ln>
        </p:spPr>
      </p:pic>
      <p:sp>
        <p:nvSpPr>
          <p:cNvPr id="39" name="PlaceHolder 1"/>
          <p:cNvSpPr>
            <a:spLocks noGrp="1"/>
          </p:cNvSpPr>
          <p:nvPr>
            <p:ph type="title"/>
          </p:nvPr>
        </p:nvSpPr>
        <p:spPr>
          <a:xfrm>
            <a:off x="507600" y="1628640"/>
            <a:ext cx="5183640" cy="1886040"/>
          </a:xfrm>
          <a:prstGeom prst="rect">
            <a:avLst/>
          </a:prstGeom>
          <a:noFill/>
          <a:ln w="0">
            <a:noFill/>
          </a:ln>
        </p:spPr>
        <p:txBody>
          <a:bodyPr lIns="91440" rIns="91440" tIns="91440" bIns="91440" anchor="t">
            <a:noAutofit/>
          </a:bodyPr>
          <a:p>
            <a:pPr indent="0">
              <a:buNone/>
            </a:pPr>
            <a:r>
              <a:rPr b="0" lang="fr-FR" sz="5400" strike="noStrike" u="none">
                <a:solidFill>
                  <a:schemeClr val="dk1"/>
                </a:solidFill>
                <a:effectLst/>
                <a:uFillTx/>
                <a:latin typeface="Arial"/>
              </a:rPr>
              <a:t>Click to edit the title text format</a:t>
            </a:r>
            <a:endParaRPr b="0" lang="fr-FR" sz="5400" strike="noStrike" u="none">
              <a:solidFill>
                <a:schemeClr val="dk1"/>
              </a:solidFill>
              <a:effectLst/>
              <a:uFillTx/>
              <a:latin typeface="Arial"/>
            </a:endParaRPr>
          </a:p>
        </p:txBody>
      </p:sp>
      <p:sp>
        <p:nvSpPr>
          <p:cNvPr id="40" name="PlaceHolder 2"/>
          <p:cNvSpPr>
            <a:spLocks noGrp="1"/>
          </p:cNvSpPr>
          <p:nvPr>
            <p:ph type="title"/>
          </p:nvPr>
        </p:nvSpPr>
        <p:spPr>
          <a:xfrm>
            <a:off x="6340320" y="1919880"/>
            <a:ext cx="1335960" cy="1303560"/>
          </a:xfrm>
          <a:prstGeom prst="rect">
            <a:avLst/>
          </a:prstGeom>
          <a:noFill/>
          <a:ln w="0">
            <a:noFill/>
          </a:ln>
        </p:spPr>
        <p:txBody>
          <a:bodyPr lIns="91440" rIns="91440" tIns="91440" bIns="91440" anchor="b">
            <a:noAutofit/>
          </a:bodyPr>
          <a:p>
            <a:pPr indent="0">
              <a:lnSpc>
                <a:spcPct val="70000"/>
              </a:lnSpc>
              <a:buNone/>
            </a:pPr>
            <a:r>
              <a:rPr b="1" lang="fr-FR" sz="8000" strike="noStrike" u="none">
                <a:solidFill>
                  <a:schemeClr val="dk1"/>
                </a:solidFill>
                <a:effectLst/>
                <a:uFillTx/>
                <a:latin typeface="Bricolage Grotesque"/>
                <a:ea typeface="Bricolage Grotesque"/>
              </a:rPr>
              <a:t>xx%</a:t>
            </a:r>
            <a:endParaRPr b="0" lang="fr-FR" sz="8000" strike="noStrike" u="none">
              <a:solidFill>
                <a:schemeClr val="dk1"/>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sp>
        <p:nvSpPr>
          <p:cNvPr id="41" name="Google Shape;112;p21"/>
          <p:cNvSpPr/>
          <p:nvPr/>
        </p:nvSpPr>
        <p:spPr>
          <a:xfrm>
            <a:off x="2189880" y="343728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pic>
        <p:nvPicPr>
          <p:cNvPr id="42" name="Google Shape;113;p21" descr=""/>
          <p:cNvPicPr/>
          <p:nvPr/>
        </p:nvPicPr>
        <p:blipFill>
          <a:blip r:embed="rId2"/>
          <a:srcRect l="10335" t="3591" r="38467" b="2908"/>
          <a:stretch/>
        </p:blipFill>
        <p:spPr>
          <a:xfrm>
            <a:off x="5248080" y="167040"/>
            <a:ext cx="3718440" cy="4808880"/>
          </a:xfrm>
          <a:prstGeom prst="rect">
            <a:avLst/>
          </a:prstGeom>
          <a:noFill/>
          <a:ln w="0">
            <a:noFill/>
          </a:ln>
        </p:spPr>
      </p:pic>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228600" y="22860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44" name="PlaceHolder 2"/>
          <p:cNvSpPr>
            <a:spLocks noGrp="1"/>
          </p:cNvSpPr>
          <p:nvPr>
            <p:ph type="body"/>
          </p:nvPr>
        </p:nvSpPr>
        <p:spPr>
          <a:xfrm>
            <a:off x="228600" y="999360"/>
            <a:ext cx="7703640" cy="341604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200" strike="noStrike" u="none">
                <a:solidFill>
                  <a:srgbClr val="000000"/>
                </a:solidFill>
                <a:effectLst/>
                <a:uFillTx/>
                <a:latin typeface="Arial"/>
              </a:rPr>
              <a:t>Click to edit the outline text format</a:t>
            </a:r>
            <a:endParaRPr b="0" lang="fr-FR" sz="12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200" strike="noStrike" u="none">
                <a:solidFill>
                  <a:srgbClr val="000000"/>
                </a:solidFill>
                <a:effectLst/>
                <a:uFillTx/>
                <a:latin typeface="Arial"/>
              </a:rPr>
              <a:t>Second Outline Level</a:t>
            </a:r>
            <a:endParaRPr b="0" lang="fr-FR" sz="12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200" strike="noStrike" u="none">
                <a:solidFill>
                  <a:srgbClr val="000000"/>
                </a:solidFill>
                <a:effectLst/>
                <a:uFillTx/>
                <a:latin typeface="Arial"/>
              </a:rPr>
              <a:t>Third Outline Level</a:t>
            </a:r>
            <a:endParaRPr b="0" lang="fr-FR" sz="12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200" strike="noStrike" u="none">
                <a:solidFill>
                  <a:srgbClr val="000000"/>
                </a:solidFill>
                <a:effectLst/>
                <a:uFillTx/>
                <a:latin typeface="Arial"/>
              </a:rPr>
              <a:t>Fourth Outline Level</a:t>
            </a:r>
            <a:endParaRPr b="0" lang="fr-FR" sz="12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200" strike="noStrike" u="none">
                <a:solidFill>
                  <a:srgbClr val="000000"/>
                </a:solidFill>
                <a:effectLst/>
                <a:uFillTx/>
                <a:latin typeface="Arial"/>
              </a:rPr>
              <a:t>Fifth Outline Level</a:t>
            </a:r>
            <a:endParaRPr b="0" lang="fr-FR" sz="12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200" strike="noStrike" u="none">
                <a:solidFill>
                  <a:srgbClr val="000000"/>
                </a:solidFill>
                <a:effectLst/>
                <a:uFillTx/>
                <a:latin typeface="Arial"/>
              </a:rPr>
              <a:t>Sixth Outline Level</a:t>
            </a:r>
            <a:endParaRPr b="0" lang="fr-FR" sz="12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200" strike="noStrike" u="none">
                <a:solidFill>
                  <a:srgbClr val="000000"/>
                </a:solidFill>
                <a:effectLst/>
                <a:uFillTx/>
                <a:latin typeface="Arial"/>
              </a:rPr>
              <a:t>Seventh Outline Level</a:t>
            </a:r>
            <a:endParaRPr b="0" lang="fr-FR" sz="1200" strike="noStrike" u="none">
              <a:solidFill>
                <a:srgbClr val="000000"/>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pic>
        <p:nvPicPr>
          <p:cNvPr id="45" name="Google Shape;22;p5" descr=""/>
          <p:cNvPicPr/>
          <p:nvPr/>
        </p:nvPicPr>
        <p:blipFill>
          <a:blip r:embed="rId2"/>
          <a:srcRect l="1030" t="3591" r="72640" b="2908"/>
          <a:stretch/>
        </p:blipFill>
        <p:spPr>
          <a:xfrm>
            <a:off x="173880" y="167040"/>
            <a:ext cx="1911600" cy="4808880"/>
          </a:xfrm>
          <a:prstGeom prst="rect">
            <a:avLst/>
          </a:prstGeom>
          <a:noFill/>
          <a:ln w="0">
            <a:noFill/>
          </a:ln>
        </p:spPr>
      </p:pic>
      <p:sp>
        <p:nvSpPr>
          <p:cNvPr id="46" name="PlaceHolder 1"/>
          <p:cNvSpPr>
            <a:spLocks noGrp="1"/>
          </p:cNvSpPr>
          <p:nvPr>
            <p:ph type="title"/>
          </p:nvPr>
        </p:nvSpPr>
        <p:spPr>
          <a:xfrm>
            <a:off x="228600" y="226440"/>
            <a:ext cx="4557960" cy="65844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pic>
        <p:nvPicPr>
          <p:cNvPr id="47" name="Google Shape;29;p6" descr=""/>
          <p:cNvPicPr/>
          <p:nvPr/>
        </p:nvPicPr>
        <p:blipFill>
          <a:blip r:embed="rId2"/>
          <a:srcRect l="1030" t="3591" r="92862" b="2908"/>
          <a:stretch/>
        </p:blipFill>
        <p:spPr>
          <a:xfrm>
            <a:off x="8523720" y="167040"/>
            <a:ext cx="442440" cy="4808880"/>
          </a:xfrm>
          <a:prstGeom prst="rect">
            <a:avLst/>
          </a:prstGeom>
          <a:noFill/>
          <a:ln w="0">
            <a:noFill/>
          </a:ln>
        </p:spPr>
      </p:pic>
      <p:sp>
        <p:nvSpPr>
          <p:cNvPr id="48" name="Google Shape;30;p6"/>
          <p:cNvSpPr/>
          <p:nvPr/>
        </p:nvSpPr>
        <p:spPr>
          <a:xfrm>
            <a:off x="-2153520" y="-3996720"/>
            <a:ext cx="4763880" cy="4763880"/>
          </a:xfrm>
          <a:prstGeom prst="ellipse">
            <a:avLst/>
          </a:prstGeom>
          <a:noFill/>
          <a:ln w="9525">
            <a:solidFill>
              <a:srgbClr val="fff5ef"/>
            </a:solidFill>
            <a:round/>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ffffff"/>
              </a:solidFill>
              <a:effectLst/>
              <a:uFillTx/>
              <a:latin typeface="OpenSymbol"/>
            </a:endParaRPr>
          </a:p>
        </p:txBody>
      </p:sp>
      <p:sp>
        <p:nvSpPr>
          <p:cNvPr id="49" name="PlaceHolder 1"/>
          <p:cNvSpPr>
            <a:spLocks noGrp="1"/>
          </p:cNvSpPr>
          <p:nvPr>
            <p:ph type="title"/>
          </p:nvPr>
        </p:nvSpPr>
        <p:spPr>
          <a:xfrm>
            <a:off x="5329800" y="228600"/>
            <a:ext cx="3584880" cy="66672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720000" y="444960"/>
            <a:ext cx="476352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1768680" y="1307160"/>
            <a:ext cx="5606640" cy="252900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2135520" y="1441800"/>
            <a:ext cx="4872600" cy="1186920"/>
          </a:xfrm>
          <a:prstGeom prst="rect">
            <a:avLst/>
          </a:prstGeom>
          <a:noFill/>
          <a:ln w="0">
            <a:noFill/>
          </a:ln>
        </p:spPr>
        <p:txBody>
          <a:bodyPr lIns="91440" rIns="91440" tIns="91440" bIns="91440" anchor="b">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53"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54" name="PlaceHolder 2"/>
          <p:cNvSpPr>
            <a:spLocks noGrp="1"/>
          </p:cNvSpPr>
          <p:nvPr>
            <p:ph type="title"/>
          </p:nvPr>
        </p:nvSpPr>
        <p:spPr>
          <a:xfrm>
            <a:off x="720000" y="4014360"/>
            <a:ext cx="7703640" cy="572400"/>
          </a:xfrm>
          <a:prstGeom prst="rect">
            <a:avLst/>
          </a:prstGeom>
          <a:solidFill>
            <a:schemeClr val="lt2"/>
          </a:solidFill>
          <a:ln w="0">
            <a:noFill/>
          </a:ln>
        </p:spPr>
        <p:txBody>
          <a:bodyPr lIns="91440" rIns="91440" tIns="91440" bIns="91440" anchor="t">
            <a:noAutofit/>
          </a:bodyPr>
          <a:p>
            <a:pPr indent="0">
              <a:buNone/>
            </a:pPr>
            <a:r>
              <a:rPr b="0" lang="fr-FR" sz="2500" strike="noStrike" u="none">
                <a:solidFill>
                  <a:schemeClr val="dk1"/>
                </a:solidFill>
                <a:effectLst/>
                <a:uFillTx/>
                <a:latin typeface="Arial"/>
              </a:rPr>
              <a:t>Click to edit the title text format</a:t>
            </a:r>
            <a:endParaRPr b="0" lang="fr-FR" sz="2500" strike="noStrike" u="none">
              <a:solidFill>
                <a:schemeClr val="dk1"/>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55" name="Google Shape;119;p24"/>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6"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57" name="Google Shape;122;p25"/>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8"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59"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2"/>
    <p:sldLayoutId id="2147483671" r:id="rId3"/>
    <p:sldLayoutId id="2147483672"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6.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ubTitle"/>
          </p:nvPr>
        </p:nvSpPr>
        <p:spPr>
          <a:xfrm>
            <a:off x="466560" y="2057400"/>
            <a:ext cx="1371240" cy="1028520"/>
          </a:xfrm>
          <a:prstGeom prst="rect">
            <a:avLst/>
          </a:prstGeom>
          <a:noFill/>
          <a:ln w="0">
            <a:noFill/>
          </a:ln>
        </p:spPr>
        <p:txBody>
          <a:bodyPr lIns="91440" rIns="91440" tIns="91440" bIns="91440" anchor="t">
            <a:normAutofit/>
          </a:bodyPr>
          <a:p>
            <a:pPr>
              <a:lnSpc>
                <a:spcPct val="100000"/>
              </a:lnSpc>
              <a:tabLst>
                <a:tab algn="l" pos="0"/>
              </a:tabLst>
            </a:pPr>
            <a:r>
              <a:rPr b="0" lang="en-US" sz="1400" strike="noStrike" u="none">
                <a:solidFill>
                  <a:schemeClr val="dk1"/>
                </a:solidFill>
                <a:effectLst/>
                <a:uFillTx/>
                <a:latin typeface="Anaheim"/>
                <a:ea typeface="Anaheim"/>
              </a:rPr>
              <a:t>Kafka ve Dönem Etkisi</a:t>
            </a:r>
            <a:endParaRPr b="0" lang="en-US" sz="1400" strike="noStrike" u="none">
              <a:solidFill>
                <a:srgbClr val="ffffff"/>
              </a:solidFill>
              <a:effectLst/>
              <a:uFillTx/>
              <a:latin typeface="OpenSymbol"/>
            </a:endParaRPr>
          </a:p>
        </p:txBody>
      </p:sp>
      <p:sp>
        <p:nvSpPr>
          <p:cNvPr id="61" name="PlaceHolder 2"/>
          <p:cNvSpPr>
            <a:spLocks noGrp="1"/>
          </p:cNvSpPr>
          <p:nvPr>
            <p:ph type="subTitle"/>
          </p:nvPr>
        </p:nvSpPr>
        <p:spPr>
          <a:xfrm>
            <a:off x="228600" y="181080"/>
            <a:ext cx="1076040" cy="361440"/>
          </a:xfrm>
          <a:prstGeom prst="rect">
            <a:avLst/>
          </a:prstGeom>
          <a:noFill/>
          <a:ln w="0">
            <a:noFill/>
          </a:ln>
        </p:spPr>
        <p:txBody>
          <a:bodyPr lIns="91440" rIns="91440" tIns="91440" bIns="91440" anchor="t">
            <a:normAutofit fontScale="77500" lnSpcReduction="19999"/>
          </a:bodyPr>
          <a:p>
            <a:pPr algn="ctr">
              <a:lnSpc>
                <a:spcPct val="100000"/>
              </a:lnSpc>
              <a:tabLst>
                <a:tab algn="l" pos="0"/>
              </a:tabLst>
            </a:pPr>
            <a:r>
              <a:rPr b="0" lang="en-US" sz="1000" strike="noStrike" u="none">
                <a:solidFill>
                  <a:schemeClr val="dk1"/>
                </a:solidFill>
                <a:effectLst/>
                <a:uFillTx/>
                <a:latin typeface="Anaheim"/>
                <a:ea typeface="Anaheim"/>
              </a:rPr>
              <a:t>Kafka ve Dönem Etkisi</a:t>
            </a:r>
            <a:endParaRPr b="0" lang="en-US" sz="1000" strike="noStrike" u="none">
              <a:solidFill>
                <a:srgbClr val="ffffff"/>
              </a:solidFill>
              <a:effectLst/>
              <a:uFillTx/>
              <a:latin typeface="OpenSymbol"/>
            </a:endParaRPr>
          </a:p>
        </p:txBody>
      </p:sp>
      <p:sp>
        <p:nvSpPr>
          <p:cNvPr id="62" name="PlaceHolder 3"/>
          <p:cNvSpPr>
            <a:spLocks noGrp="1"/>
          </p:cNvSpPr>
          <p:nvPr>
            <p:ph type="subTitle"/>
          </p:nvPr>
        </p:nvSpPr>
        <p:spPr>
          <a:xfrm>
            <a:off x="7800840" y="2390760"/>
            <a:ext cx="875880" cy="361440"/>
          </a:xfrm>
          <a:prstGeom prst="rect">
            <a:avLst/>
          </a:prstGeom>
          <a:noFill/>
          <a:ln w="0">
            <a:noFill/>
          </a:ln>
        </p:spPr>
        <p:txBody>
          <a:bodyPr lIns="91440" rIns="91440" tIns="91440" bIns="91440" anchor="t">
            <a:normAutofit fontScale="70000" lnSpcReduction="19999"/>
          </a:bodyPr>
          <a:p>
            <a:pPr algn="ctr">
              <a:lnSpc>
                <a:spcPct val="100000"/>
              </a:lnSpc>
              <a:tabLst>
                <a:tab algn="l" pos="0"/>
              </a:tabLst>
            </a:pPr>
            <a:r>
              <a:rPr b="0" lang="en-US" sz="1000" strike="noStrike" u="none">
                <a:solidFill>
                  <a:schemeClr val="dk1"/>
                </a:solidFill>
                <a:effectLst/>
                <a:uFillTx/>
                <a:latin typeface="Anaheim"/>
                <a:ea typeface="Anaheim"/>
              </a:rPr>
              <a:t>Kafka ve Dönem Etkisi</a:t>
            </a:r>
            <a:endParaRPr b="0" lang="en-US" sz="1000" strike="noStrike" u="none">
              <a:solidFill>
                <a:srgbClr val="ffffff"/>
              </a:solidFill>
              <a:effectLst/>
              <a:uFillTx/>
              <a:latin typeface="OpenSymbol"/>
            </a:endParaRPr>
          </a:p>
        </p:txBody>
      </p:sp>
      <p:sp>
        <p:nvSpPr>
          <p:cNvPr id="63" name="PlaceHolder 4"/>
          <p:cNvSpPr>
            <a:spLocks noGrp="1"/>
          </p:cNvSpPr>
          <p:nvPr>
            <p:ph type="title"/>
          </p:nvPr>
        </p:nvSpPr>
        <p:spPr>
          <a:xfrm>
            <a:off x="1571760" y="1714680"/>
            <a:ext cx="6000480" cy="1723680"/>
          </a:xfrm>
          <a:prstGeom prst="rect">
            <a:avLst/>
          </a:prstGeom>
          <a:noFill/>
          <a:ln w="0">
            <a:noFill/>
          </a:ln>
        </p:spPr>
        <p:txBody>
          <a:bodyPr lIns="91440" rIns="91440" tIns="91440" bIns="91440" anchor="b">
            <a:normAutofit/>
          </a:bodyPr>
          <a:p>
            <a:pPr indent="0" algn="ctr">
              <a:lnSpc>
                <a:spcPct val="70000"/>
              </a:lnSpc>
              <a:buNone/>
              <a:tabLst>
                <a:tab algn="l" pos="0"/>
              </a:tabLst>
            </a:pPr>
            <a:r>
              <a:rPr b="0" lang="en-US" sz="6800" strike="noStrike" u="none">
                <a:solidFill>
                  <a:schemeClr val="dk1"/>
                </a:solidFill>
                <a:effectLst/>
                <a:uFillTx/>
                <a:latin typeface="Bricolage Grotesque Medium"/>
                <a:ea typeface="Geist"/>
              </a:rPr>
              <a:t>Dönüşüm</a:t>
            </a:r>
            <a:endParaRPr b="0" lang="fr-FR" sz="6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Google Shape;220;p31"/>
          <p:cNvSpPr/>
          <p:nvPr/>
        </p:nvSpPr>
        <p:spPr>
          <a:xfrm>
            <a:off x="7020000" y="-2876400"/>
            <a:ext cx="4762080" cy="4762080"/>
          </a:xfrm>
          <a:prstGeom prst="rect">
            <a:avLst/>
          </a:prstGeom>
          <a:noFill/>
          <a:ln w="0">
            <a:noFill/>
          </a:ln>
        </p:spPr>
        <p:style>
          <a:lnRef idx="0"/>
          <a:fillRef idx="0"/>
          <a:effectRef idx="0"/>
          <a:fontRef idx="minor"/>
        </p:style>
        <p:txBody>
          <a:bodyPr lIns="870823080" rIns="870823080" tIns="2381040" bIns="2381040" anchor="t">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65" name="PlaceHolder 1"/>
          <p:cNvSpPr>
            <a:spLocks noGrp="1"/>
          </p:cNvSpPr>
          <p:nvPr>
            <p:ph type="title"/>
          </p:nvPr>
        </p:nvSpPr>
        <p:spPr>
          <a:xfrm>
            <a:off x="4629240" y="228600"/>
            <a:ext cx="3904920" cy="761760"/>
          </a:xfrm>
          <a:prstGeom prst="rect">
            <a:avLst/>
          </a:prstGeom>
          <a:noFill/>
          <a:ln w="0">
            <a:noFill/>
          </a:ln>
        </p:spPr>
        <p:txBody>
          <a:bodyPr lIns="91440" rIns="91440" tIns="91440" bIns="91440" anchor="t">
            <a:normAutofit/>
          </a:bodyPr>
          <a:p>
            <a:pPr indent="0">
              <a:lnSpc>
                <a:spcPct val="70000"/>
              </a:lnSpc>
              <a:buNone/>
              <a:tabLst>
                <a:tab algn="l" pos="0"/>
              </a:tabLst>
            </a:pPr>
            <a:r>
              <a:rPr b="0" lang="en-US" sz="2600" strike="noStrike" u="none">
                <a:solidFill>
                  <a:schemeClr val="dk1"/>
                </a:solidFill>
                <a:effectLst/>
                <a:uFillTx/>
                <a:latin typeface="Bricolage Grotesque Medium"/>
                <a:ea typeface="Bricolage Grotesque Medium"/>
              </a:rPr>
              <a:t>Giriş</a:t>
            </a:r>
            <a:endParaRPr b="0" lang="fr-FR" sz="2600" strike="noStrike" u="none">
              <a:solidFill>
                <a:schemeClr val="dk1"/>
              </a:solidFill>
              <a:effectLst/>
              <a:uFillTx/>
              <a:latin typeface="Arial"/>
            </a:endParaRPr>
          </a:p>
        </p:txBody>
      </p:sp>
      <p:sp>
        <p:nvSpPr>
          <p:cNvPr id="66" name="PlaceHolder 2"/>
          <p:cNvSpPr>
            <a:spLocks noGrp="1"/>
          </p:cNvSpPr>
          <p:nvPr>
            <p:ph type="subTitle"/>
          </p:nvPr>
        </p:nvSpPr>
        <p:spPr>
          <a:xfrm>
            <a:off x="4619520" y="3209760"/>
            <a:ext cx="4295520" cy="167616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Anaheim"/>
                <a:ea typeface="Anaheim"/>
              </a:rPr>
              <a:t>Franz Kafkanın </a:t>
            </a:r>
            <a:r>
              <a:rPr b="0" i="1" lang="en-US" sz="1200" strike="noStrike" u="none">
                <a:solidFill>
                  <a:schemeClr val="dk1"/>
                </a:solidFill>
                <a:effectLst/>
                <a:uFillTx/>
                <a:latin typeface="Anaheim"/>
                <a:ea typeface="Anaheim"/>
              </a:rPr>
              <a:t>Dönüşüm</a:t>
            </a:r>
            <a:r>
              <a:rPr b="0" lang="en-US" sz="1200" strike="noStrike" u="none">
                <a:solidFill>
                  <a:schemeClr val="dk1"/>
                </a:solidFill>
                <a:effectLst/>
                <a:uFillTx/>
                <a:latin typeface="Anaheim"/>
                <a:ea typeface="Anaheim"/>
              </a:rPr>
              <a:t> eseri, 1912deki siyasi, ekonomik ve toplumsal çalkantıların etkisiyle şekillenmiştir. Eser, bireysel yabancılaşma ve kimlik krizini anlatırken, aynı zamanda dönemin imparatorluk yapısındaki belirsizlik ve baskıları yansıtır. Gregor Samsanın dönüşümü, bu temaların alegorik bir ifadesidir.</a:t>
            </a:r>
            <a:endParaRPr b="0" lang="en-US" sz="1200" strike="noStrike" u="none">
              <a:solidFill>
                <a:srgbClr val="ffffff"/>
              </a:solidFill>
              <a:effectLst/>
              <a:uFillTx/>
              <a:latin typeface="OpenSymbol"/>
            </a:endParaRPr>
          </a:p>
        </p:txBody>
      </p:sp>
      <p:pic>
        <p:nvPicPr>
          <p:cNvPr id="67" name="Google Shape;223;p31" descr=""/>
          <p:cNvPicPr/>
          <p:nvPr/>
        </p:nvPicPr>
        <p:blipFill>
          <a:blip r:embed="rId1"/>
          <a:srcRect l="0" t="3418" r="0" b="3428"/>
          <a:stretch/>
        </p:blipFill>
        <p:spPr>
          <a:xfrm>
            <a:off x="0" y="0"/>
            <a:ext cx="42944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subTitle"/>
          </p:nvPr>
        </p:nvSpPr>
        <p:spPr>
          <a:xfrm>
            <a:off x="4695840" y="1752480"/>
            <a:ext cx="3847680" cy="1638360"/>
          </a:xfrm>
          <a:prstGeom prst="rect">
            <a:avLst/>
          </a:prstGeom>
          <a:noFill/>
          <a:ln w="0">
            <a:noFill/>
          </a:ln>
        </p:spPr>
        <p:txBody>
          <a:bodyPr lIns="91440" rIns="91440" tIns="91440" bIns="91440" anchor="t">
            <a:spAutoFit/>
          </a:bodyPr>
          <a:p>
            <a:pPr algn="ctr"/>
            <a:endParaRPr b="0" lang="en-US" sz="1200" strike="noStrike" u="none">
              <a:solidFill>
                <a:schemeClr val="dk1"/>
              </a:solidFill>
              <a:effectLst/>
              <a:uFillTx/>
              <a:latin typeface="Anaheim"/>
              <a:ea typeface="Anaheim"/>
            </a:endParaRPr>
          </a:p>
        </p:txBody>
      </p:sp>
      <p:sp>
        <p:nvSpPr>
          <p:cNvPr id="69"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Dönemin Sosyo-Politik Arka</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Planı</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subTitle"/>
          </p:nvPr>
        </p:nvSpPr>
        <p:spPr>
          <a:xfrm>
            <a:off x="4695840" y="1752480"/>
            <a:ext cx="3847680" cy="1638000"/>
          </a:xfrm>
          <a:prstGeom prst="rect">
            <a:avLst/>
          </a:prstGeom>
          <a:noFill/>
          <a:ln w="0">
            <a:noFill/>
          </a:ln>
        </p:spPr>
        <p:txBody>
          <a:bodyPr lIns="91440" rIns="91440" tIns="91440" bIns="91440" anchor="t">
            <a:normAutofit/>
          </a:bodyPr>
          <a:p>
            <a:pPr>
              <a:lnSpc>
                <a:spcPct val="150000"/>
              </a:lnSpc>
              <a:tabLst>
                <a:tab algn="l" pos="0"/>
              </a:tabLst>
            </a:pPr>
            <a:r>
              <a:rPr b="0" lang="en-US" sz="1200" strike="noStrike" u="none">
                <a:solidFill>
                  <a:schemeClr val="dk1"/>
                </a:solidFill>
                <a:effectLst/>
                <a:uFillTx/>
                <a:latin typeface="Anaheim"/>
                <a:ea typeface="Anaheim"/>
              </a:rPr>
              <a:t>1912de Avusturya-Macaristan İmparatorluğunun çözülme süreci, milliyetçi hareketlerin yükselişi ve çok uluslu yapının gerilimi eserin karanlık atmosferine temel oluşturur. Bu süreç, bireylerde kimlik karmaşası ve güvensizlik yaratmıştır. Kafka’nın yaşadığı bu ortam doğrudan eserine yansımıştır.</a:t>
            </a:r>
            <a:endParaRPr b="0" lang="en-US" sz="1200" strike="noStrike" u="none">
              <a:solidFill>
                <a:srgbClr val="ffffff"/>
              </a:solidFill>
              <a:effectLst/>
              <a:uFillTx/>
              <a:latin typeface="OpenSymbol"/>
            </a:endParaRPr>
          </a:p>
        </p:txBody>
      </p:sp>
      <p:sp>
        <p:nvSpPr>
          <p:cNvPr id="71"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Avusturya-Macaristan İmparatorluğu ve</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Milliyetçilik</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subTitle"/>
          </p:nvPr>
        </p:nvSpPr>
        <p:spPr>
          <a:xfrm>
            <a:off x="4695840" y="1752480"/>
            <a:ext cx="3847680" cy="1638000"/>
          </a:xfrm>
          <a:prstGeom prst="rect">
            <a:avLst/>
          </a:prstGeom>
          <a:noFill/>
          <a:ln w="0">
            <a:noFill/>
          </a:ln>
        </p:spPr>
        <p:txBody>
          <a:bodyPr lIns="91440" rIns="91440" tIns="91440" bIns="91440" anchor="t">
            <a:normAutofit/>
          </a:bodyPr>
          <a:p>
            <a:pPr>
              <a:lnSpc>
                <a:spcPct val="150000"/>
              </a:lnSpc>
              <a:tabLst>
                <a:tab algn="l" pos="0"/>
              </a:tabLst>
            </a:pPr>
            <a:r>
              <a:rPr b="0" lang="en-US" sz="1200" strike="noStrike" u="none">
                <a:solidFill>
                  <a:schemeClr val="dk1"/>
                </a:solidFill>
                <a:effectLst/>
                <a:uFillTx/>
                <a:latin typeface="Anaheim"/>
                <a:ea typeface="Anaheim"/>
              </a:rPr>
              <a:t>Dönemin ekonomik zorlukları, yaklaşan savaş tehdidi ve sert bürokrasi ortamında bireyler üzerinde yoğun baskı vardı. İnsanların yalnızca işlevleri üzerinden değer görmesi, toplumsal yabancılaşmayı artırdı. Bu baskılar, Gregor’un dönüşümü ve dışlanması ile metaforik olarak anlatılır.</a:t>
            </a:r>
            <a:endParaRPr b="0" lang="en-US" sz="1200" strike="noStrike" u="none">
              <a:solidFill>
                <a:srgbClr val="ffffff"/>
              </a:solidFill>
              <a:effectLst/>
              <a:uFillTx/>
              <a:latin typeface="OpenSymbol"/>
            </a:endParaRPr>
          </a:p>
        </p:txBody>
      </p:sp>
      <p:sp>
        <p:nvSpPr>
          <p:cNvPr id="73"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Toplumsal Belirsizlik ve</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Baskılar</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Google Shape;220;p31"/>
          <p:cNvSpPr/>
          <p:nvPr/>
        </p:nvSpPr>
        <p:spPr>
          <a:xfrm>
            <a:off x="7020000" y="-2876400"/>
            <a:ext cx="4762080" cy="4762080"/>
          </a:xfrm>
          <a:prstGeom prst="rect">
            <a:avLst/>
          </a:prstGeom>
          <a:noFill/>
          <a:ln w="0">
            <a:noFill/>
          </a:ln>
        </p:spPr>
        <p:style>
          <a:lnRef idx="0"/>
          <a:fillRef idx="0"/>
          <a:effectRef idx="0"/>
          <a:fontRef idx="minor"/>
        </p:style>
        <p:txBody>
          <a:bodyPr lIns="870823080" rIns="870823080" tIns="2381040" bIns="2381040" anchor="t">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75" name="PlaceHolder 1"/>
          <p:cNvSpPr>
            <a:spLocks noGrp="1"/>
          </p:cNvSpPr>
          <p:nvPr>
            <p:ph type="title"/>
          </p:nvPr>
        </p:nvSpPr>
        <p:spPr>
          <a:xfrm>
            <a:off x="4629240" y="228600"/>
            <a:ext cx="3904920" cy="761760"/>
          </a:xfrm>
          <a:prstGeom prst="rect">
            <a:avLst/>
          </a:prstGeom>
          <a:noFill/>
          <a:ln w="0">
            <a:noFill/>
          </a:ln>
        </p:spPr>
        <p:txBody>
          <a:bodyPr lIns="91440" rIns="91440" tIns="91440" bIns="91440" anchor="t">
            <a:normAutofit/>
          </a:bodyPr>
          <a:p>
            <a:pPr indent="0">
              <a:lnSpc>
                <a:spcPct val="70000"/>
              </a:lnSpc>
              <a:buNone/>
              <a:tabLst>
                <a:tab algn="l" pos="0"/>
              </a:tabLst>
            </a:pPr>
            <a:r>
              <a:rPr b="0" lang="en-US" sz="2600" strike="noStrike" u="none">
                <a:solidFill>
                  <a:schemeClr val="dk1"/>
                </a:solidFill>
                <a:effectLst/>
                <a:uFillTx/>
                <a:latin typeface="Bricolage Grotesque Medium"/>
                <a:ea typeface="Bricolage Grotesque Medium"/>
              </a:rPr>
              <a:t>Kafka’nın Yaşadığı Atmosfer ve Eserin</a:t>
            </a:r>
            <a:r>
              <a:rPr b="1" lang="en-US" sz="2600" strike="noStrike" u="none">
                <a:solidFill>
                  <a:schemeClr val="dk1"/>
                </a:solidFill>
                <a:effectLst/>
                <a:uFillTx/>
                <a:latin typeface="Bricolage Grotesque"/>
                <a:ea typeface="Bricolage Grotesque Medium"/>
              </a:rPr>
              <a:t> Yansımaları</a:t>
            </a:r>
            <a:endParaRPr b="0" lang="fr-FR" sz="2600" strike="noStrike" u="none">
              <a:solidFill>
                <a:schemeClr val="dk1"/>
              </a:solidFill>
              <a:effectLst/>
              <a:uFillTx/>
              <a:latin typeface="Arial"/>
            </a:endParaRPr>
          </a:p>
        </p:txBody>
      </p:sp>
      <p:sp>
        <p:nvSpPr>
          <p:cNvPr id="76" name="PlaceHolder 2"/>
          <p:cNvSpPr>
            <a:spLocks noGrp="1"/>
          </p:cNvSpPr>
          <p:nvPr>
            <p:ph type="subTitle"/>
          </p:nvPr>
        </p:nvSpPr>
        <p:spPr>
          <a:xfrm>
            <a:off x="4619520" y="3209760"/>
            <a:ext cx="4295520" cy="167616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Anaheim"/>
                <a:ea typeface="Anaheim"/>
              </a:rPr>
              <a:t>Kafka, Avusturya-Macaristan İmparatorluğunun çöküş sürecinde yaşadı. Bu </a:t>
            </a:r>
            <a:r>
              <a:rPr b="1" lang="en-US" sz="1200" strike="noStrike" u="none">
                <a:solidFill>
                  <a:schemeClr val="dk1"/>
                </a:solidFill>
                <a:effectLst/>
                <a:uFillTx/>
                <a:latin typeface="Anaheim"/>
                <a:ea typeface="Anaheim"/>
              </a:rPr>
              <a:t>politikal ve ekonomik belirsizlik</a:t>
            </a:r>
            <a:r>
              <a:rPr b="0" lang="en-US" sz="1200" strike="noStrike" u="none">
                <a:solidFill>
                  <a:schemeClr val="dk1"/>
                </a:solidFill>
                <a:effectLst/>
                <a:uFillTx/>
                <a:latin typeface="Anaheim"/>
                <a:ea typeface="Anaheim"/>
              </a:rPr>
              <a:t> dönemi, </a:t>
            </a:r>
            <a:r>
              <a:rPr b="0" i="1" lang="en-US" sz="1200" strike="noStrike" u="none">
                <a:solidFill>
                  <a:schemeClr val="dk1"/>
                </a:solidFill>
                <a:effectLst/>
                <a:uFillTx/>
                <a:latin typeface="Anaheim"/>
                <a:ea typeface="Anaheim"/>
              </a:rPr>
              <a:t>Dönüşüm</a:t>
            </a:r>
            <a:r>
              <a:rPr b="0" lang="en-US" sz="1200" strike="noStrike" u="none">
                <a:solidFill>
                  <a:schemeClr val="dk1"/>
                </a:solidFill>
                <a:effectLst/>
                <a:uFillTx/>
                <a:latin typeface="Anaheim"/>
                <a:ea typeface="Anaheim"/>
              </a:rPr>
              <a:t>ün kasvetli ve sıkışmış atmosferine doğrudan etki etti. Gregor Samsa’nın böceğe dönüşümü, bu baskı altında ezilen bireyin çaresizliğini simgeler.</a:t>
            </a:r>
            <a:endParaRPr b="0" lang="en-US" sz="1200" strike="noStrike" u="none">
              <a:solidFill>
                <a:srgbClr val="ffffff"/>
              </a:solidFill>
              <a:effectLst/>
              <a:uFillTx/>
              <a:latin typeface="OpenSymbol"/>
            </a:endParaRPr>
          </a:p>
        </p:txBody>
      </p:sp>
      <p:pic>
        <p:nvPicPr>
          <p:cNvPr id="77" name="Google Shape;223;p31" descr=""/>
          <p:cNvPicPr/>
          <p:nvPr/>
        </p:nvPicPr>
        <p:blipFill>
          <a:blip r:embed="rId1"/>
          <a:srcRect l="0" t="3418" r="0" b="3428"/>
          <a:stretch/>
        </p:blipFill>
        <p:spPr>
          <a:xfrm>
            <a:off x="0" y="0"/>
            <a:ext cx="42944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subTitle"/>
          </p:nvPr>
        </p:nvSpPr>
        <p:spPr>
          <a:xfrm>
            <a:off x="4695840" y="1752480"/>
            <a:ext cx="3847680" cy="1638360"/>
          </a:xfrm>
          <a:prstGeom prst="rect">
            <a:avLst/>
          </a:prstGeom>
          <a:noFill/>
          <a:ln w="0">
            <a:noFill/>
          </a:ln>
        </p:spPr>
        <p:txBody>
          <a:bodyPr lIns="91440" rIns="91440" tIns="91440" bIns="91440" anchor="t">
            <a:spAutoFit/>
          </a:bodyPr>
          <a:p>
            <a:pPr algn="ctr"/>
            <a:endParaRPr b="0" lang="en-US" sz="1200" strike="noStrike" u="none">
              <a:solidFill>
                <a:schemeClr val="dk1"/>
              </a:solidFill>
              <a:effectLst/>
              <a:uFillTx/>
              <a:latin typeface="Anaheim"/>
              <a:ea typeface="Anaheim"/>
            </a:endParaRPr>
          </a:p>
        </p:txBody>
      </p:sp>
      <p:sp>
        <p:nvSpPr>
          <p:cNvPr id="79"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Bireysel ve Toplumsal</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Temalar</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Google Shape;220;p31"/>
          <p:cNvSpPr/>
          <p:nvPr/>
        </p:nvSpPr>
        <p:spPr>
          <a:xfrm>
            <a:off x="7020000" y="-2876400"/>
            <a:ext cx="4762080" cy="4762080"/>
          </a:xfrm>
          <a:prstGeom prst="rect">
            <a:avLst/>
          </a:prstGeom>
          <a:noFill/>
          <a:ln w="0">
            <a:noFill/>
          </a:ln>
        </p:spPr>
        <p:style>
          <a:lnRef idx="0"/>
          <a:fillRef idx="0"/>
          <a:effectRef idx="0"/>
          <a:fontRef idx="minor"/>
        </p:style>
        <p:txBody>
          <a:bodyPr lIns="870823080" rIns="870823080" tIns="2381040" bIns="2381040" anchor="t">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81" name="PlaceHolder 1"/>
          <p:cNvSpPr>
            <a:spLocks noGrp="1"/>
          </p:cNvSpPr>
          <p:nvPr>
            <p:ph type="title"/>
          </p:nvPr>
        </p:nvSpPr>
        <p:spPr>
          <a:xfrm>
            <a:off x="4629240" y="228600"/>
            <a:ext cx="3904920" cy="761760"/>
          </a:xfrm>
          <a:prstGeom prst="rect">
            <a:avLst/>
          </a:prstGeom>
          <a:noFill/>
          <a:ln w="0">
            <a:noFill/>
          </a:ln>
        </p:spPr>
        <p:txBody>
          <a:bodyPr lIns="91440" rIns="91440" tIns="91440" bIns="91440" anchor="t">
            <a:normAutofit/>
          </a:bodyPr>
          <a:p>
            <a:pPr indent="0">
              <a:lnSpc>
                <a:spcPct val="70000"/>
              </a:lnSpc>
              <a:buNone/>
              <a:tabLst>
                <a:tab algn="l" pos="0"/>
              </a:tabLst>
            </a:pPr>
            <a:r>
              <a:rPr b="0" lang="en-US" sz="2600" strike="noStrike" u="none">
                <a:solidFill>
                  <a:schemeClr val="dk1"/>
                </a:solidFill>
                <a:effectLst/>
                <a:uFillTx/>
                <a:latin typeface="Bricolage Grotesque Medium"/>
                <a:ea typeface="Bricolage Grotesque Medium"/>
              </a:rPr>
              <a:t>Yabancılaşma ve Kimlik</a:t>
            </a:r>
            <a:r>
              <a:rPr b="1" lang="en-US" sz="2600" strike="noStrike" u="none">
                <a:solidFill>
                  <a:schemeClr val="dk1"/>
                </a:solidFill>
                <a:effectLst/>
                <a:uFillTx/>
                <a:latin typeface="Bricolage Grotesque"/>
                <a:ea typeface="Bricolage Grotesque Medium"/>
              </a:rPr>
              <a:t> Krizi</a:t>
            </a:r>
            <a:endParaRPr b="0" lang="fr-FR" sz="2600" strike="noStrike" u="none">
              <a:solidFill>
                <a:schemeClr val="dk1"/>
              </a:solidFill>
              <a:effectLst/>
              <a:uFillTx/>
              <a:latin typeface="Arial"/>
            </a:endParaRPr>
          </a:p>
        </p:txBody>
      </p:sp>
      <p:sp>
        <p:nvSpPr>
          <p:cNvPr id="82" name="PlaceHolder 2"/>
          <p:cNvSpPr>
            <a:spLocks noGrp="1"/>
          </p:cNvSpPr>
          <p:nvPr>
            <p:ph type="subTitle"/>
          </p:nvPr>
        </p:nvSpPr>
        <p:spPr>
          <a:xfrm>
            <a:off x="4619520" y="3209760"/>
            <a:ext cx="4295520" cy="167616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Anaheim"/>
                <a:ea typeface="Anaheim"/>
              </a:rPr>
              <a:t>Gregor’un dönüşümü, bireyin toplum içindeki değersizleşmesini ve hızlıca dışlanmasını anlatır. Bu süreç, çok uluslu imparatorluk yapısının yarattığı </a:t>
            </a:r>
            <a:r>
              <a:rPr b="0" i="1" lang="en-US" sz="1200" strike="noStrike" u="none">
                <a:solidFill>
                  <a:schemeClr val="dk1"/>
                </a:solidFill>
                <a:effectLst/>
                <a:uFillTx/>
                <a:latin typeface="Anaheim"/>
                <a:ea typeface="Anaheim"/>
              </a:rPr>
              <a:t>aidiyetsizlik</a:t>
            </a:r>
            <a:r>
              <a:rPr b="0" lang="en-US" sz="1200" strike="noStrike" u="none">
                <a:solidFill>
                  <a:schemeClr val="dk1"/>
                </a:solidFill>
                <a:effectLst/>
                <a:uFillTx/>
                <a:latin typeface="Anaheim"/>
                <a:ea typeface="Anaheim"/>
              </a:rPr>
              <a:t> ve yabancılaşma duygusunun güçlü bir metaforudur. Kimlik krizinin derinliği, eserin ana temasını oluşturur.</a:t>
            </a:r>
            <a:endParaRPr b="0" lang="en-US" sz="1200" strike="noStrike" u="none">
              <a:solidFill>
                <a:srgbClr val="ffffff"/>
              </a:solidFill>
              <a:effectLst/>
              <a:uFillTx/>
              <a:latin typeface="OpenSymbol"/>
            </a:endParaRPr>
          </a:p>
        </p:txBody>
      </p:sp>
      <p:pic>
        <p:nvPicPr>
          <p:cNvPr id="83" name="Google Shape;223;p31" descr=""/>
          <p:cNvPicPr/>
          <p:nvPr/>
        </p:nvPicPr>
        <p:blipFill>
          <a:blip r:embed="rId1"/>
          <a:srcRect l="0" t="3418" r="0" b="3428"/>
          <a:stretch/>
        </p:blipFill>
        <p:spPr>
          <a:xfrm>
            <a:off x="0" y="0"/>
            <a:ext cx="42944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ubTitle"/>
          </p:nvPr>
        </p:nvSpPr>
        <p:spPr>
          <a:xfrm>
            <a:off x="4695840" y="1752480"/>
            <a:ext cx="3847680" cy="1638000"/>
          </a:xfrm>
          <a:prstGeom prst="rect">
            <a:avLst/>
          </a:prstGeom>
          <a:noFill/>
          <a:ln w="0">
            <a:noFill/>
          </a:ln>
        </p:spPr>
        <p:txBody>
          <a:bodyPr lIns="91440" rIns="91440" tIns="91440" bIns="91440" anchor="t">
            <a:normAutofit/>
          </a:bodyPr>
          <a:p>
            <a:pPr>
              <a:lnSpc>
                <a:spcPct val="150000"/>
              </a:lnSpc>
              <a:tabLst>
                <a:tab algn="l" pos="0"/>
              </a:tabLst>
            </a:pPr>
            <a:r>
              <a:rPr b="0" lang="en-US" sz="1200" strike="noStrike" u="none">
                <a:solidFill>
                  <a:schemeClr val="dk1"/>
                </a:solidFill>
                <a:effectLst/>
                <a:uFillTx/>
                <a:latin typeface="Anaheim"/>
                <a:ea typeface="Anaheim"/>
              </a:rPr>
              <a:t>Gregor, ailenin tek gelir kaynağıdır. Ekonomik belirsizlik ve iş güvencesizliği ortamında, Gregor’un çalışamaması aile için büyük bir </a:t>
            </a:r>
            <a:r>
              <a:rPr b="1" lang="en-US" sz="1200" strike="noStrike" u="none">
                <a:solidFill>
                  <a:schemeClr val="dk1"/>
                </a:solidFill>
                <a:effectLst/>
                <a:uFillTx/>
                <a:latin typeface="Anaheim"/>
                <a:ea typeface="Anaheim"/>
              </a:rPr>
              <a:t>sorun ve yük</a:t>
            </a:r>
            <a:r>
              <a:rPr b="0" lang="en-US" sz="1200" strike="noStrike" u="none">
                <a:solidFill>
                  <a:schemeClr val="dk1"/>
                </a:solidFill>
                <a:effectLst/>
                <a:uFillTx/>
                <a:latin typeface="Anaheim"/>
                <a:ea typeface="Anaheim"/>
              </a:rPr>
              <a:t> haline gelir. Bu, dönemin ekonomik baskılarının ve aile içi sorumluluklarının çarpıcı bir yansımasıdır.</a:t>
            </a:r>
            <a:endParaRPr b="0" lang="en-US" sz="1200" strike="noStrike" u="none">
              <a:solidFill>
                <a:srgbClr val="ffffff"/>
              </a:solidFill>
              <a:effectLst/>
              <a:uFillTx/>
              <a:latin typeface="OpenSymbol"/>
            </a:endParaRPr>
          </a:p>
        </p:txBody>
      </p:sp>
      <p:sp>
        <p:nvSpPr>
          <p:cNvPr id="85"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Ekonomik Baskılar ve Aile</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Dinamikleri</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subTitle"/>
          </p:nvPr>
        </p:nvSpPr>
        <p:spPr>
          <a:xfrm>
            <a:off x="4695840" y="1752480"/>
            <a:ext cx="3847680" cy="1638000"/>
          </a:xfrm>
          <a:prstGeom prst="rect">
            <a:avLst/>
          </a:prstGeom>
          <a:noFill/>
          <a:ln w="0">
            <a:noFill/>
          </a:ln>
        </p:spPr>
        <p:txBody>
          <a:bodyPr lIns="91440" rIns="91440" tIns="91440" bIns="91440" anchor="t">
            <a:normAutofit/>
          </a:bodyPr>
          <a:p>
            <a:pPr>
              <a:lnSpc>
                <a:spcPct val="150000"/>
              </a:lnSpc>
              <a:tabLst>
                <a:tab algn="l" pos="0"/>
              </a:tabLst>
            </a:pPr>
            <a:r>
              <a:rPr b="0" lang="en-US" sz="1200" strike="noStrike" u="none">
                <a:solidFill>
                  <a:schemeClr val="dk1"/>
                </a:solidFill>
                <a:effectLst/>
                <a:uFillTx/>
                <a:latin typeface="Anaheim"/>
                <a:ea typeface="Anaheim"/>
              </a:rPr>
              <a:t>Dönemin sert ve hiyerarşik bürokrasi yapısı eser boyunca hissedilir. Gregor’un işine aşırı bağlılığı ve müdürünün takibi, birey üzerindeki </a:t>
            </a:r>
            <a:r>
              <a:rPr b="1" lang="en-US" sz="1200" strike="noStrike" u="none">
                <a:solidFill>
                  <a:schemeClr val="dk1"/>
                </a:solidFill>
                <a:effectLst/>
                <a:uFillTx/>
                <a:latin typeface="Anaheim"/>
                <a:ea typeface="Anaheim"/>
              </a:rPr>
              <a:t>otoriter baskıyı</a:t>
            </a:r>
            <a:r>
              <a:rPr b="0" lang="en-US" sz="1200" strike="noStrike" u="none">
                <a:solidFill>
                  <a:schemeClr val="dk1"/>
                </a:solidFill>
                <a:effectLst/>
                <a:uFillTx/>
                <a:latin typeface="Anaheim"/>
                <a:ea typeface="Anaheim"/>
              </a:rPr>
              <a:t> simgeler. Toplumda bireyin değeri, sadece işlevselliği üzerinden ölçülür.</a:t>
            </a:r>
            <a:endParaRPr b="0" lang="en-US" sz="1200" strike="noStrike" u="none">
              <a:solidFill>
                <a:srgbClr val="ffffff"/>
              </a:solidFill>
              <a:effectLst/>
              <a:uFillTx/>
              <a:latin typeface="OpenSymbol"/>
            </a:endParaRPr>
          </a:p>
        </p:txBody>
      </p:sp>
      <p:sp>
        <p:nvSpPr>
          <p:cNvPr id="87" name="PlaceHolder 2"/>
          <p:cNvSpPr>
            <a:spLocks noGrp="1"/>
          </p:cNvSpPr>
          <p:nvPr>
            <p:ph type="title"/>
          </p:nvPr>
        </p:nvSpPr>
        <p:spPr>
          <a:xfrm>
            <a:off x="600120" y="1333440"/>
            <a:ext cx="3590640" cy="2476080"/>
          </a:xfrm>
          <a:prstGeom prst="rect">
            <a:avLst/>
          </a:prstGeom>
          <a:noFill/>
          <a:ln w="0">
            <a:noFill/>
          </a:ln>
        </p:spPr>
        <p:txBody>
          <a:bodyPr lIns="91440" rIns="91440" tIns="91440" bIns="91440" anchor="t">
            <a:normAutofit/>
          </a:bodyPr>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Bürokrasi ve Toplumsal Değer</a:t>
            </a:r>
            <a:endParaRPr b="0" lang="fr-FR" sz="3100" strike="noStrike" u="none">
              <a:solidFill>
                <a:schemeClr val="dk1"/>
              </a:solidFill>
              <a:effectLst/>
              <a:uFillTx/>
              <a:latin typeface="Arial"/>
            </a:endParaRPr>
          </a:p>
          <a:p>
            <a:pPr indent="0">
              <a:lnSpc>
                <a:spcPct val="70000"/>
              </a:lnSpc>
              <a:buNone/>
              <a:tabLst>
                <a:tab algn="l" pos="0"/>
              </a:tabLst>
            </a:pPr>
            <a:r>
              <a:rPr b="0" lang="en-US" sz="3100" strike="noStrike" u="none">
                <a:solidFill>
                  <a:schemeClr val="dk1"/>
                </a:solidFill>
                <a:effectLst/>
                <a:uFillTx/>
                <a:latin typeface="Bricolage Grotesque Medium"/>
                <a:ea typeface="Bricolage Grotesque Medium"/>
              </a:rPr>
              <a:t> Algısı</a:t>
            </a:r>
            <a:endParaRPr b="0" lang="fr-FR" sz="31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Google Shape;220;p31"/>
          <p:cNvSpPr/>
          <p:nvPr/>
        </p:nvSpPr>
        <p:spPr>
          <a:xfrm>
            <a:off x="7020000" y="-2876400"/>
            <a:ext cx="4762080" cy="4762080"/>
          </a:xfrm>
          <a:prstGeom prst="rect">
            <a:avLst/>
          </a:prstGeom>
          <a:noFill/>
          <a:ln w="0">
            <a:noFill/>
          </a:ln>
        </p:spPr>
        <p:style>
          <a:lnRef idx="0"/>
          <a:fillRef idx="0"/>
          <a:effectRef idx="0"/>
          <a:fontRef idx="minor"/>
        </p:style>
        <p:txBody>
          <a:bodyPr lIns="870823080" rIns="870823080" tIns="2381040" bIns="2381040" anchor="t">
            <a:spAutoFit/>
          </a:bodyPr>
          <a:p>
            <a:pPr algn="ctr" defTabSz="914400">
              <a:lnSpc>
                <a:spcPct val="100000"/>
              </a:lnSpc>
              <a:tabLst>
                <a:tab algn="l" pos="0"/>
              </a:tabLst>
            </a:pPr>
            <a:endParaRPr b="0" lang="fr-FR" sz="1800" strike="noStrike" u="none">
              <a:solidFill>
                <a:schemeClr val="dk1"/>
              </a:solidFill>
              <a:effectLst/>
              <a:uFillTx/>
              <a:latin typeface="Arial"/>
            </a:endParaRPr>
          </a:p>
        </p:txBody>
      </p:sp>
      <p:sp>
        <p:nvSpPr>
          <p:cNvPr id="89" name="PlaceHolder 1"/>
          <p:cNvSpPr>
            <a:spLocks noGrp="1"/>
          </p:cNvSpPr>
          <p:nvPr>
            <p:ph type="title"/>
          </p:nvPr>
        </p:nvSpPr>
        <p:spPr>
          <a:xfrm>
            <a:off x="4629240" y="228600"/>
            <a:ext cx="3904920" cy="761760"/>
          </a:xfrm>
          <a:prstGeom prst="rect">
            <a:avLst/>
          </a:prstGeom>
          <a:noFill/>
          <a:ln w="0">
            <a:noFill/>
          </a:ln>
        </p:spPr>
        <p:txBody>
          <a:bodyPr lIns="91440" rIns="91440" tIns="91440" bIns="91440" anchor="t">
            <a:normAutofit/>
          </a:bodyPr>
          <a:p>
            <a:pPr indent="0">
              <a:lnSpc>
                <a:spcPct val="70000"/>
              </a:lnSpc>
              <a:buNone/>
              <a:tabLst>
                <a:tab algn="l" pos="0"/>
              </a:tabLst>
            </a:pPr>
            <a:r>
              <a:rPr b="0" lang="en-US" sz="2600" strike="noStrike" u="none">
                <a:solidFill>
                  <a:schemeClr val="dk1"/>
                </a:solidFill>
                <a:effectLst/>
                <a:uFillTx/>
                <a:latin typeface="Bricolage Grotesque Medium"/>
                <a:ea typeface="Bricolage Grotesque Medium"/>
              </a:rPr>
              <a:t>Sonuçlar</a:t>
            </a:r>
            <a:endParaRPr b="0" lang="fr-FR" sz="2600" strike="noStrike" u="none">
              <a:solidFill>
                <a:schemeClr val="dk1"/>
              </a:solidFill>
              <a:effectLst/>
              <a:uFillTx/>
              <a:latin typeface="Arial"/>
            </a:endParaRPr>
          </a:p>
        </p:txBody>
      </p:sp>
      <p:sp>
        <p:nvSpPr>
          <p:cNvPr id="90" name="PlaceHolder 2"/>
          <p:cNvSpPr>
            <a:spLocks noGrp="1"/>
          </p:cNvSpPr>
          <p:nvPr>
            <p:ph type="subTitle"/>
          </p:nvPr>
        </p:nvSpPr>
        <p:spPr>
          <a:xfrm>
            <a:off x="4619520" y="3209760"/>
            <a:ext cx="4295520" cy="1676160"/>
          </a:xfrm>
          <a:prstGeom prst="rect">
            <a:avLst/>
          </a:prstGeom>
          <a:noFill/>
          <a:ln w="0">
            <a:noFill/>
          </a:ln>
        </p:spPr>
        <p:txBody>
          <a:bodyPr lIns="91440" rIns="91440" tIns="91440" bIns="91440" anchor="t">
            <a:normAutofit/>
          </a:bodyPr>
          <a:p>
            <a:pPr indent="0">
              <a:lnSpc>
                <a:spcPct val="150000"/>
              </a:lnSpc>
              <a:buNone/>
              <a:tabLst>
                <a:tab algn="l" pos="0"/>
              </a:tabLst>
            </a:pPr>
            <a:r>
              <a:rPr b="0" i="1" lang="en-US" sz="1200" strike="noStrike" u="none">
                <a:solidFill>
                  <a:schemeClr val="dk1"/>
                </a:solidFill>
                <a:effectLst/>
                <a:uFillTx/>
                <a:latin typeface="Anaheim"/>
                <a:ea typeface="Anaheim"/>
              </a:rPr>
              <a:t>Dönüşüm</a:t>
            </a:r>
            <a:r>
              <a:rPr b="0" lang="en-US" sz="1200" strike="noStrike" u="none">
                <a:solidFill>
                  <a:schemeClr val="dk1"/>
                </a:solidFill>
                <a:effectLst/>
                <a:uFillTx/>
                <a:latin typeface="Anaheim"/>
                <a:ea typeface="Anaheim"/>
              </a:rPr>
              <a:t>, Kafka’nın yaşadığı dönemin siyasi, ekonomik ve toplumsal baskılarını güçlü bir alegori ile anlatır. Gregor Samsa’nın dönüşümü, hem bireysel hem de toplumsal bir </a:t>
            </a:r>
            <a:r>
              <a:rPr b="1" lang="en-US" sz="1200" strike="noStrike" u="none">
                <a:solidFill>
                  <a:schemeClr val="dk1"/>
                </a:solidFill>
                <a:effectLst/>
                <a:uFillTx/>
                <a:latin typeface="Anaheim"/>
                <a:ea typeface="Anaheim"/>
              </a:rPr>
              <a:t>yabancılaşma ve çöküş</a:t>
            </a:r>
            <a:r>
              <a:rPr b="0" lang="en-US" sz="1200" strike="noStrike" u="none">
                <a:solidFill>
                  <a:schemeClr val="dk1"/>
                </a:solidFill>
                <a:effectLst/>
                <a:uFillTx/>
                <a:latin typeface="Anaheim"/>
                <a:ea typeface="Anaheim"/>
              </a:rPr>
              <a:t> sürecini sembolize eder. Eser, dönemin ruh halini anlamak için önemli bir pencere sunar.</a:t>
            </a:r>
            <a:endParaRPr b="0" lang="en-US" sz="1200" strike="noStrike" u="none">
              <a:solidFill>
                <a:srgbClr val="ffffff"/>
              </a:solidFill>
              <a:effectLst/>
              <a:uFillTx/>
              <a:latin typeface="OpenSymbol"/>
            </a:endParaRPr>
          </a:p>
        </p:txBody>
      </p:sp>
      <p:pic>
        <p:nvPicPr>
          <p:cNvPr id="91" name="Google Shape;223;p31" descr=""/>
          <p:cNvPicPr/>
          <p:nvPr/>
        </p:nvPicPr>
        <p:blipFill>
          <a:blip r:embed="rId1"/>
          <a:srcRect l="0" t="3418" r="0" b="3428"/>
          <a:stretch/>
        </p:blipFill>
        <p:spPr>
          <a:xfrm>
            <a:off x="0" y="0"/>
            <a:ext cx="42944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5181480" y="-217800"/>
            <a:ext cx="3714480" cy="2408040"/>
          </a:xfrm>
          <a:prstGeom prst="rect">
            <a:avLst/>
          </a:prstGeom>
          <a:noFill/>
          <a:ln w="0">
            <a:noFill/>
          </a:ln>
        </p:spPr>
        <p:txBody>
          <a:bodyPr lIns="91440" rIns="91440" tIns="91440" bIns="91440" anchor="b">
            <a:spAutoFit/>
          </a:bodyPr>
          <a:p>
            <a:pPr indent="0" algn="r">
              <a:lnSpc>
                <a:spcPct val="100000"/>
              </a:lnSpc>
              <a:buNone/>
              <a:tabLst>
                <a:tab algn="l" pos="0"/>
              </a:tabLst>
            </a:pPr>
            <a:r>
              <a:rPr b="0" lang="en" sz="7300" strike="noStrike" u="none">
                <a:solidFill>
                  <a:schemeClr val="dk1"/>
                </a:solidFill>
                <a:effectLst/>
                <a:uFillTx/>
                <a:latin typeface="Bricolage Grotesque Medium"/>
                <a:ea typeface="Bricolage Grotesque Medium"/>
              </a:rPr>
              <a:t>THANK </a:t>
            </a:r>
            <a:r>
              <a:rPr b="1" lang="en" sz="7300" strike="noStrike" u="none">
                <a:solidFill>
                  <a:schemeClr val="dk1"/>
                </a:solidFill>
                <a:effectLst/>
                <a:uFillTx/>
                <a:latin typeface="Bricolage Grotesque Medium"/>
                <a:ea typeface="Bricolage Grotesque Medium"/>
              </a:rPr>
              <a:t>YOU</a:t>
            </a:r>
            <a:endParaRPr b="0" lang="fr-FR" sz="7300" strike="noStrike" u="none">
              <a:solidFill>
                <a:schemeClr val="dk1"/>
              </a:solidFill>
              <a:effectLst/>
              <a:uFillTx/>
              <a:latin typeface="Arial"/>
            </a:endParaRPr>
          </a:p>
        </p:txBody>
      </p:sp>
      <p:sp>
        <p:nvSpPr>
          <p:cNvPr id="93" name="PlaceHolder 2"/>
          <p:cNvSpPr>
            <a:spLocks noGrp="1"/>
          </p:cNvSpPr>
          <p:nvPr>
            <p:ph type="subTitle"/>
          </p:nvPr>
        </p:nvSpPr>
        <p:spPr>
          <a:xfrm>
            <a:off x="5191200" y="2104920"/>
            <a:ext cx="3714480" cy="1057320"/>
          </a:xfrm>
          <a:prstGeom prst="rect">
            <a:avLst/>
          </a:prstGeom>
          <a:noFill/>
          <a:ln w="0">
            <a:noFill/>
          </a:ln>
        </p:spPr>
        <p:txBody>
          <a:bodyPr lIns="91440" rIns="91440" tIns="91440" bIns="91440" anchor="t">
            <a:spAutoFit/>
          </a:bodyPr>
          <a:p>
            <a:pPr indent="0" algn="r">
              <a:lnSpc>
                <a:spcPct val="100000"/>
              </a:lnSpc>
              <a:buNone/>
              <a:tabLst>
                <a:tab algn="l" pos="0"/>
              </a:tabLst>
            </a:pPr>
            <a:r>
              <a:rPr b="1" lang="en" sz="1400" strike="noStrike" u="none">
                <a:solidFill>
                  <a:schemeClr val="dk1"/>
                </a:solidFill>
                <a:effectLst/>
                <a:uFillTx/>
                <a:latin typeface="Anaheim"/>
                <a:ea typeface="Anaheim"/>
              </a:rPr>
              <a:t>Do you have any questions?</a:t>
            </a:r>
            <a:endParaRPr b="0" lang="en-US" sz="1400" strike="noStrike" u="none">
              <a:solidFill>
                <a:srgbClr val="ffffff"/>
              </a:solidFill>
              <a:effectLst/>
              <a:uFillTx/>
              <a:latin typeface="OpenSymbol"/>
            </a:endParaRPr>
          </a:p>
          <a:p>
            <a:pPr indent="0" algn="r">
              <a:lnSpc>
                <a:spcPct val="100000"/>
              </a:lnSpc>
              <a:buNone/>
              <a:tabLst>
                <a:tab algn="l" pos="0"/>
              </a:tabLst>
            </a:pPr>
            <a:r>
              <a:rPr b="0" lang="en" sz="1400" strike="noStrike" u="none">
                <a:solidFill>
                  <a:schemeClr val="dk1"/>
                </a:solidFill>
                <a:effectLst/>
                <a:uFillTx/>
                <a:latin typeface="Anaheim"/>
                <a:ea typeface="Anaheim"/>
              </a:rPr>
              <a:t>youremail@freepik.com</a:t>
            </a:r>
            <a:endParaRPr b="0" lang="en-US" sz="1400" strike="noStrike" u="none">
              <a:solidFill>
                <a:srgbClr val="ffffff"/>
              </a:solidFill>
              <a:effectLst/>
              <a:uFillTx/>
              <a:latin typeface="OpenSymbol"/>
            </a:endParaRPr>
          </a:p>
          <a:p>
            <a:pPr indent="0" algn="r">
              <a:lnSpc>
                <a:spcPct val="100000"/>
              </a:lnSpc>
              <a:buNone/>
              <a:tabLst>
                <a:tab algn="l" pos="0"/>
              </a:tabLst>
            </a:pPr>
            <a:r>
              <a:rPr b="0" lang="en" sz="1400" strike="noStrike" u="none">
                <a:solidFill>
                  <a:schemeClr val="dk1"/>
                </a:solidFill>
                <a:effectLst/>
                <a:uFillTx/>
                <a:latin typeface="Anaheim"/>
                <a:ea typeface="Anaheim"/>
              </a:rPr>
              <a:t>+00 000 000 000</a:t>
            </a:r>
            <a:endParaRPr b="0" lang="en-US" sz="1400" strike="noStrike" u="none">
              <a:solidFill>
                <a:srgbClr val="ffffff"/>
              </a:solidFill>
              <a:effectLst/>
              <a:uFillTx/>
              <a:latin typeface="OpenSymbol"/>
            </a:endParaRPr>
          </a:p>
          <a:p>
            <a:pPr indent="0" algn="r">
              <a:lnSpc>
                <a:spcPct val="100000"/>
              </a:lnSpc>
              <a:buNone/>
              <a:tabLst>
                <a:tab algn="l" pos="0"/>
              </a:tabLst>
            </a:pPr>
            <a:r>
              <a:rPr b="0" lang="en" sz="1400" strike="noStrike" u="none">
                <a:solidFill>
                  <a:schemeClr val="dk1"/>
                </a:solidFill>
                <a:effectLst/>
                <a:uFillTx/>
                <a:latin typeface="Anaheim"/>
                <a:ea typeface="Anaheim"/>
              </a:rPr>
              <a:t>yourwebsite.com</a:t>
            </a:r>
            <a:endParaRPr b="0" lang="en-US" sz="1400" strike="noStrike" u="none">
              <a:solidFill>
                <a:srgbClr val="ffffff"/>
              </a:solidFill>
              <a:effectLst/>
              <a:uFillTx/>
              <a:latin typeface="OpenSymbol"/>
            </a:endParaRPr>
          </a:p>
        </p:txBody>
      </p:sp>
      <p:grpSp>
        <p:nvGrpSpPr>
          <p:cNvPr id="94" name="Google Shape;373;p39"/>
          <p:cNvGrpSpPr/>
          <p:nvPr/>
        </p:nvGrpSpPr>
        <p:grpSpPr>
          <a:xfrm>
            <a:off x="334800" y="3515400"/>
            <a:ext cx="275760" cy="275760"/>
            <a:chOff x="334800" y="3515400"/>
            <a:chExt cx="275760" cy="275760"/>
          </a:xfrm>
        </p:grpSpPr>
        <p:sp>
          <p:nvSpPr>
            <p:cNvPr id="95" name="Google Shape;374;p39"/>
            <p:cNvSpPr/>
            <p:nvPr/>
          </p:nvSpPr>
          <p:spPr>
            <a:xfrm>
              <a:off x="334800" y="3515400"/>
              <a:ext cx="275760" cy="275760"/>
            </a:xfrm>
            <a:custGeom>
              <a:avLst/>
              <a:gdLst>
                <a:gd name="textAreaLeft" fmla="*/ 0 w 275760"/>
                <a:gd name="textAreaRight" fmla="*/ 276120 w 275760"/>
                <a:gd name="textAreaTop" fmla="*/ 0 h 275760"/>
                <a:gd name="textAreaBottom" fmla="*/ 276120 h 27576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6" name="Google Shape;375;p39"/>
            <p:cNvSpPr/>
            <p:nvPr/>
          </p:nvSpPr>
          <p:spPr>
            <a:xfrm>
              <a:off x="398880" y="3580920"/>
              <a:ext cx="146880" cy="144000"/>
            </a:xfrm>
            <a:custGeom>
              <a:avLst/>
              <a:gdLst>
                <a:gd name="textAreaLeft" fmla="*/ 0 w 146880"/>
                <a:gd name="textAreaRight" fmla="*/ 147240 w 146880"/>
                <a:gd name="textAreaTop" fmla="*/ 0 h 144000"/>
                <a:gd name="textAreaBottom" fmla="*/ 144360 h 14400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2"/>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7" name="Google Shape;376;p39"/>
            <p:cNvSpPr/>
            <p:nvPr/>
          </p:nvSpPr>
          <p:spPr>
            <a:xfrm>
              <a:off x="528840" y="3551040"/>
              <a:ext cx="37440" cy="37080"/>
            </a:xfrm>
            <a:custGeom>
              <a:avLst/>
              <a:gdLst>
                <a:gd name="textAreaLeft" fmla="*/ 0 w 37440"/>
                <a:gd name="textAreaRight" fmla="*/ 37800 w 37440"/>
                <a:gd name="textAreaTop" fmla="*/ 0 h 37080"/>
                <a:gd name="textAreaBottom" fmla="*/ 37440 h 3708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2"/>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98" name="Google Shape;377;p39"/>
          <p:cNvGrpSpPr/>
          <p:nvPr/>
        </p:nvGrpSpPr>
        <p:grpSpPr>
          <a:xfrm>
            <a:off x="1200960" y="3534120"/>
            <a:ext cx="266040" cy="238320"/>
            <a:chOff x="1200960" y="3534120"/>
            <a:chExt cx="266040" cy="238320"/>
          </a:xfrm>
        </p:grpSpPr>
        <p:sp>
          <p:nvSpPr>
            <p:cNvPr id="99" name="Google Shape;378;p39"/>
            <p:cNvSpPr/>
            <p:nvPr/>
          </p:nvSpPr>
          <p:spPr>
            <a:xfrm>
              <a:off x="1209960" y="3618360"/>
              <a:ext cx="60840" cy="154080"/>
            </a:xfrm>
            <a:custGeom>
              <a:avLst/>
              <a:gdLst>
                <a:gd name="textAreaLeft" fmla="*/ 0 w 60840"/>
                <a:gd name="textAreaRight" fmla="*/ 61200 w 60840"/>
                <a:gd name="textAreaTop" fmla="*/ 0 h 154080"/>
                <a:gd name="textAreaBottom" fmla="*/ 154440 h 15408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2"/>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0" name="Google Shape;379;p39"/>
            <p:cNvSpPr/>
            <p:nvPr/>
          </p:nvSpPr>
          <p:spPr>
            <a:xfrm>
              <a:off x="1200960" y="3534120"/>
              <a:ext cx="70200" cy="70200"/>
            </a:xfrm>
            <a:custGeom>
              <a:avLst/>
              <a:gdLst>
                <a:gd name="textAreaLeft" fmla="*/ 0 w 70200"/>
                <a:gd name="textAreaRight" fmla="*/ 70560 w 70200"/>
                <a:gd name="textAreaTop" fmla="*/ 0 h 70200"/>
                <a:gd name="textAreaBottom" fmla="*/ 70560 h 7020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2"/>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1" name="Google Shape;380;p39"/>
            <p:cNvSpPr/>
            <p:nvPr/>
          </p:nvSpPr>
          <p:spPr>
            <a:xfrm>
              <a:off x="1303200" y="3618360"/>
              <a:ext cx="163800" cy="154080"/>
            </a:xfrm>
            <a:custGeom>
              <a:avLst/>
              <a:gdLst>
                <a:gd name="textAreaLeft" fmla="*/ 0 w 163800"/>
                <a:gd name="textAreaRight" fmla="*/ 164160 w 163800"/>
                <a:gd name="textAreaTop" fmla="*/ 0 h 154080"/>
                <a:gd name="textAreaBottom" fmla="*/ 154440 h 15408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2"/>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102" name="Google Shape;381;p39"/>
          <p:cNvSpPr/>
          <p:nvPr/>
        </p:nvSpPr>
        <p:spPr>
          <a:xfrm>
            <a:off x="237960" y="4429080"/>
            <a:ext cx="4152600" cy="256680"/>
          </a:xfrm>
          <a:prstGeom prst="rect">
            <a:avLst/>
          </a:prstGeom>
          <a:noFill/>
          <a:ln w="0">
            <a:noFill/>
          </a:ln>
        </p:spPr>
        <p:style>
          <a:lnRef idx="0"/>
          <a:fillRef idx="0"/>
          <a:effectRef idx="0"/>
          <a:fontRef idx="minor"/>
        </p:style>
        <p:txBody>
          <a:bodyPr lIns="870823080" rIns="870823080" tIns="-2643480" bIns="-2643480" anchor="t">
            <a:spAutoFit/>
          </a:bodyPr>
          <a:p>
            <a:pPr defTabSz="914400">
              <a:lnSpc>
                <a:spcPct val="100000"/>
              </a:lnSpc>
              <a:tabLst>
                <a:tab algn="l" pos="0"/>
              </a:tabLst>
            </a:pPr>
            <a:r>
              <a:rPr b="0" lang="en" sz="1000" strike="noStrike" u="none">
                <a:solidFill>
                  <a:schemeClr val="dk1"/>
                </a:solidFill>
                <a:effectLst/>
                <a:uFillTx/>
                <a:latin typeface="Arial"/>
              </a:rPr>
              <a:t>Please keep this slide for attribution</a:t>
            </a:r>
            <a:endParaRPr b="0" lang="en-US" sz="1000" strike="noStrike" u="none">
              <a:solidFill>
                <a:srgbClr val="ffffff"/>
              </a:solidFill>
              <a:effectLst/>
              <a:uFillTx/>
              <a:latin typeface="OpenSymbol"/>
            </a:endParaRPr>
          </a:p>
        </p:txBody>
      </p:sp>
      <p:sp>
        <p:nvSpPr>
          <p:cNvPr id="103" name="Google Shape;382;p39"/>
          <p:cNvSpPr/>
          <p:nvPr/>
        </p:nvSpPr>
        <p:spPr>
          <a:xfrm>
            <a:off x="2102400" y="3551760"/>
            <a:ext cx="198720" cy="203040"/>
          </a:xfrm>
          <a:custGeom>
            <a:avLst/>
            <a:gdLst>
              <a:gd name="textAreaLeft" fmla="*/ 0 w 198720"/>
              <a:gd name="textAreaRight" fmla="*/ 199080 w 198720"/>
              <a:gd name="textAreaTop" fmla="*/ 0 h 203040"/>
              <a:gd name="textAreaBottom" fmla="*/ 203400 h 203040"/>
            </a:gdLst>
            <a:ahLst/>
            <a:cxnLst/>
            <a:rect l="textAreaLeft" t="textAreaTop" r="textAreaRight" b="textAreaBottom"/>
            <a:pathLst>
              <a:path w="494728" h="505587">
                <a:moveTo>
                  <a:pt x="294418" y="214122"/>
                </a:moveTo>
                <a:lnTo>
                  <a:pt x="478631" y="0"/>
                </a:lnTo>
                <a:lnTo>
                  <a:pt x="435007" y="0"/>
                </a:lnTo>
                <a:lnTo>
                  <a:pt x="275082" y="185928"/>
                </a:lnTo>
                <a:lnTo>
                  <a:pt x="147352" y="0"/>
                </a:lnTo>
                <a:lnTo>
                  <a:pt x="0" y="0"/>
                </a:lnTo>
                <a:lnTo>
                  <a:pt x="193167" y="281083"/>
                </a:lnTo>
                <a:lnTo>
                  <a:pt x="0" y="505587"/>
                </a:lnTo>
                <a:lnTo>
                  <a:pt x="43625" y="505587"/>
                </a:lnTo>
                <a:lnTo>
                  <a:pt x="212503" y="309277"/>
                </a:lnTo>
                <a:lnTo>
                  <a:pt x="347377" y="505587"/>
                </a:lnTo>
                <a:lnTo>
                  <a:pt x="494729" y="505587"/>
                </a:lnTo>
                <a:lnTo>
                  <a:pt x="294418" y="214027"/>
                </a:lnTo>
                <a:lnTo>
                  <a:pt x="294418" y="214027"/>
                </a:lnTo>
                <a:close/>
                <a:moveTo>
                  <a:pt x="234601" y="283655"/>
                </a:moveTo>
                <a:lnTo>
                  <a:pt x="215075" y="255651"/>
                </a:lnTo>
                <a:lnTo>
                  <a:pt x="59341" y="32861"/>
                </a:lnTo>
                <a:lnTo>
                  <a:pt x="126397" y="32861"/>
                </a:lnTo>
                <a:lnTo>
                  <a:pt x="252032" y="212598"/>
                </a:lnTo>
                <a:lnTo>
                  <a:pt x="271558" y="240601"/>
                </a:lnTo>
                <a:lnTo>
                  <a:pt x="434912" y="474250"/>
                </a:lnTo>
                <a:lnTo>
                  <a:pt x="367855" y="474250"/>
                </a:lnTo>
                <a:lnTo>
                  <a:pt x="234505" y="283559"/>
                </a:lnTo>
                <a:lnTo>
                  <a:pt x="234505" y="283559"/>
                </a:lnTo>
                <a:close/>
              </a:path>
            </a:pathLst>
          </a:custGeom>
          <a:solidFill>
            <a:schemeClr val="lt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4" name="PlaceHolder 3"/>
          <p:cNvSpPr>
            <a:spLocks noGrp="1"/>
          </p:cNvSpPr>
          <p:nvPr>
            <p:ph type="subTitle"/>
          </p:nvPr>
        </p:nvSpPr>
        <p:spPr>
          <a:xfrm>
            <a:off x="228600" y="181080"/>
            <a:ext cx="1076040" cy="610200"/>
          </a:xfrm>
          <a:prstGeom prst="rect">
            <a:avLst/>
          </a:prstGeom>
          <a:noFill/>
          <a:ln w="0">
            <a:noFill/>
          </a:ln>
        </p:spPr>
        <p:txBody>
          <a:bodyPr lIns="91440" rIns="91440" tIns="91440" bIns="91440" anchor="t">
            <a:spAutoFit/>
          </a:bodyPr>
          <a:p>
            <a:pPr algn="ctr">
              <a:lnSpc>
                <a:spcPct val="100000"/>
              </a:lnSpc>
              <a:tabLst>
                <a:tab algn="l" pos="0"/>
              </a:tabLst>
            </a:pPr>
            <a:r>
              <a:rPr b="0" lang="en" sz="1000" strike="noStrike" u="none">
                <a:solidFill>
                  <a:schemeClr val="dk1"/>
                </a:solidFill>
                <a:effectLst/>
                <a:uFillTx/>
                <a:latin typeface="Anaheim"/>
                <a:ea typeface="Anaheim"/>
              </a:rPr>
              <a:t>Mind maps</a:t>
            </a:r>
            <a:endParaRPr b="0" lang="en-US" sz="1000" strike="noStrike" u="none">
              <a:solidFill>
                <a:srgbClr val="ffffff"/>
              </a:solidFill>
              <a:effectLst/>
              <a:uFillTx/>
              <a:latin typeface="OpenSymbol"/>
            </a:endParaRPr>
          </a:p>
        </p:txBody>
      </p:sp>
      <p:sp>
        <p:nvSpPr>
          <p:cNvPr id="105" name="PlaceHolder 4"/>
          <p:cNvSpPr>
            <a:spLocks noGrp="1"/>
          </p:cNvSpPr>
          <p:nvPr>
            <p:ph type="subTitle"/>
          </p:nvPr>
        </p:nvSpPr>
        <p:spPr>
          <a:xfrm>
            <a:off x="8020080" y="4591080"/>
            <a:ext cx="875880" cy="610200"/>
          </a:xfrm>
          <a:prstGeom prst="rect">
            <a:avLst/>
          </a:prstGeom>
          <a:noFill/>
          <a:ln w="0">
            <a:noFill/>
          </a:ln>
        </p:spPr>
        <p:txBody>
          <a:bodyPr lIns="91440" rIns="91440" tIns="91440" bIns="91440" anchor="t">
            <a:spAutoFit/>
          </a:bodyPr>
          <a:p>
            <a:pPr algn="ctr">
              <a:lnSpc>
                <a:spcPct val="100000"/>
              </a:lnSpc>
              <a:tabLst>
                <a:tab algn="l" pos="0"/>
              </a:tabLst>
            </a:pPr>
            <a:r>
              <a:rPr b="0" lang="en" sz="1000" strike="noStrike" u="none">
                <a:solidFill>
                  <a:schemeClr val="dk1"/>
                </a:solidFill>
                <a:effectLst/>
                <a:uFillTx/>
                <a:latin typeface="Anaheim"/>
                <a:ea typeface="Anaheim"/>
              </a:rPr>
              <a:t>Workshop</a:t>
            </a:r>
            <a:endParaRPr b="0" lang="en-US" sz="10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ind Maps Workshop by Slidesgo">
  <a:themeElements>
    <a:clrScheme name="Simple Light">
      <a:dk1>
        <a:srgbClr val="fff5ef"/>
      </a:dk1>
      <a:lt1>
        <a:srgbClr val="132933"/>
      </a:lt1>
      <a:dk2>
        <a:srgbClr val="fff5ef"/>
      </a:dk2>
      <a:lt2>
        <a:srgbClr val="fff5ef"/>
      </a:lt2>
      <a:accent1>
        <a:srgbClr val="ffffff"/>
      </a:accent1>
      <a:accent2>
        <a:srgbClr val="ffffff"/>
      </a:accent2>
      <a:accent3>
        <a:srgbClr val="ffffff"/>
      </a:accent3>
      <a:accent4>
        <a:srgbClr val="ffffff"/>
      </a:accent4>
      <a:accent5>
        <a:srgbClr val="ffffff"/>
      </a:accent5>
      <a:accent6>
        <a:srgbClr val="ffffff"/>
      </a:accent6>
      <a:hlink>
        <a:srgbClr val="fff5ef"/>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2025-12-05T05:31:08Z</dcterms:created>
  <dc:creator>Unknown Creator</dc:creator>
  <dc:description/>
  <dc:language>en-US</dc:language>
  <cp:lastModifiedBy>Unknown Creator</cp:lastModifiedBy>
  <dcterms:modified xsi:type="dcterms:W3CDTF">2025-12-05T05:31:08Z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